
<file path=[Content_Types].xml><?xml version="1.0" encoding="utf-8"?>
<Types xmlns="http://schemas.openxmlformats.org/package/2006/content-types">
  <Default Extension="xlsx" ContentType="application/vnd.openxmlformats-officedocument.spreadsheetml.sheet"/>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6" r:id="rId3"/>
  </p:sldIdLst>
  <p:sldSz cx="42803445" cy="3027553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gridSpacing cx="72008" cy="72008"/>
</p:viewPr>
</file>

<file path=ppt/_rels/presentation.xml.rels><?xml version="1.0" encoding="UTF-8" standalone="yes"?>
<Relationships xmlns="http://schemas.openxmlformats.org/package/2006/relationships"><Relationship Id="rId7" Type="http://schemas.openxmlformats.org/officeDocument/2006/relationships/tableStyles" Target="tableStyles.xml"/><Relationship Id="rId6" Type="http://schemas.openxmlformats.org/officeDocument/2006/relationships/viewProps" Target="viewProps.xml"/><Relationship Id="rId5" Type="http://schemas.openxmlformats.org/officeDocument/2006/relationships/presProps" Target="presProps.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3400" b="1" i="0" u="none" strike="noStrike" kern="1200" baseline="0">
                <a:solidFill>
                  <a:schemeClr val="tx1"/>
                </a:solidFill>
                <a:latin typeface="Times New Roman Regular" panose="02020503050405090304" charset="0"/>
                <a:ea typeface="Times New Roman Regular" panose="02020503050405090304" charset="0"/>
                <a:cs typeface="Times New Roman Regular" panose="02020503050405090304" charset="0"/>
                <a:sym typeface="Times New Roman Regular" panose="02020503050405090304" charset="0"/>
              </a:defRPr>
            </a:pPr>
            <a:r>
              <a:rPr sz="3400" b="1">
                <a:solidFill>
                  <a:srgbClr val="172C43"/>
                </a:solidFill>
                <a:latin typeface="Times New Roman Regular" panose="02020503050405090304" charset="0"/>
                <a:ea typeface="Times New Roman Regular" panose="02020503050405090304" charset="0"/>
                <a:cs typeface="Times New Roman Regular" panose="02020503050405090304" charset="0"/>
                <a:sym typeface="Times New Roman Regular" panose="02020503050405090304" charset="0"/>
              </a:rPr>
              <a:t>Mean Hybrid − Pure FPA welfare</a:t>
            </a:r>
            <a:endParaRPr sz="3400" b="1">
              <a:solidFill>
                <a:srgbClr val="172C43"/>
              </a:solidFill>
              <a:latin typeface="Times New Roman Regular" panose="02020503050405090304" charset="0"/>
              <a:ea typeface="Times New Roman Regular" panose="02020503050405090304" charset="0"/>
              <a:cs typeface="Times New Roman Regular" panose="02020503050405090304" charset="0"/>
              <a:sym typeface="Times New Roman Regular" panose="02020503050405090304" charset="0"/>
            </a:endParaRPr>
          </a:p>
        </c:rich>
      </c:tx>
      <c:layout/>
      <c:overlay val="0"/>
    </c:title>
    <c:autoTitleDeleted val="0"/>
    <c:plotArea>
      <c:layout/>
      <c:barChart>
        <c:barDir val="bar"/>
        <c:grouping val="clustered"/>
        <c:varyColors val="0"/>
        <c:ser>
          <c:idx val="0"/>
          <c:order val="0"/>
          <c:tx>
            <c:strRef>
              <c:f>"Mean ΔW"</c:f>
              <c:strCache>
                <c:ptCount val="1"/>
                <c:pt idx="0">
                  <c:v>Mean ΔW</c:v>
                </c:pt>
              </c:strCache>
            </c:strRef>
          </c:tx>
          <c:spPr>
            <a:solidFill>
              <a:srgbClr val="087F82"/>
            </a:solidFill>
          </c:spPr>
          <c:invertIfNegative val="0"/>
          <c:dLbls>
            <c:numFmt formatCode="General" sourceLinked="1"/>
            <c:spPr>
              <a:noFill/>
              <a:ln>
                <a:noFill/>
              </a:ln>
              <a:effectLst/>
            </c:spPr>
            <c:txPr>
              <a:bodyPr rot="0" spcFirstLastPara="0" vertOverflow="ellipsis" vert="horz" wrap="square" lIns="38100" tIns="19050" rIns="38100" bIns="19050" anchor="ctr" anchorCtr="1"/>
              <a:lstStyle/>
              <a:p>
                <a:pPr>
                  <a:defRPr lang="zh-CN" sz="2800" b="0" i="0" u="none" strike="noStrike" kern="1200" baseline="0">
                    <a:solidFill>
                      <a:schemeClr val="tx1"/>
                    </a:solidFill>
                    <a:latin typeface="Times New Roman Regular" panose="02020503050405090304" charset="0"/>
                    <a:ea typeface="Times New Roman Regular" panose="02020503050405090304" charset="0"/>
                    <a:cs typeface="Times New Roman Regular" panose="02020503050405090304" charset="0"/>
                    <a:sym typeface="Times New Roman Regular" panose="02020503050405090304" charset="0"/>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'Chart Data'!$A$2:$A$3</c:f>
              <c:strCache>
                <c:ptCount val="2"/>
                <c:pt idx="0">
                  <c:v>λ = 0.5</c:v>
                </c:pt>
                <c:pt idx="1">
                  <c:v>λ = 1.0</c:v>
                </c:pt>
              </c:strCache>
            </c:strRef>
          </c:cat>
          <c:val>
            <c:numRef>
              <c:f>'Chart Data'!$B$2:$B$3</c:f>
              <c:numCache>
                <c:formatCode>General</c:formatCode>
                <c:ptCount val="2"/>
                <c:pt idx="0">
                  <c:v>-8.52</c:v>
                </c:pt>
                <c:pt idx="1">
                  <c:v>9.78</c:v>
                </c:pt>
              </c:numCache>
            </c:numRef>
          </c:val>
        </c:ser>
        <c:dLbls>
          <c:showLegendKey val="0"/>
          <c:showVal val="1"/>
          <c:showCatName val="0"/>
          <c:showSerName val="0"/>
          <c:showPercent val="0"/>
          <c:showBubbleSize val="0"/>
        </c:dLbls>
        <c:gapWidth val="90"/>
        <c:axId val="48650112"/>
        <c:axId val="48672768"/>
      </c:barChart>
      <c:catAx>
        <c:axId val="48650112"/>
        <c:scaling>
          <c:orientation val="minMax"/>
        </c:scaling>
        <c:delete val="0"/>
        <c:axPos val="l"/>
        <c:numFmt formatCode="General" sourceLinked="1"/>
        <c:majorTickMark val="none"/>
        <c:minorTickMark val="none"/>
        <c:tickLblPos val="low"/>
        <c:spPr>
          <a:ln w="9525">
            <a:solidFill>
              <a:srgbClr val="D4D4D4"/>
            </a:solidFill>
            <a:prstDash val="solid"/>
            <a:round/>
          </a:ln>
        </c:spPr>
        <c:txPr>
          <a:bodyPr rot="-60000000" spcFirstLastPara="0" vertOverflow="ellipsis" vert="horz" wrap="square" anchor="ctr" anchorCtr="1"/>
          <a:lstStyle/>
          <a:p>
            <a:pPr>
              <a:defRPr lang="zh-CN" sz="2550" b="0" i="0" u="none" strike="noStrike" kern="1200" baseline="0">
                <a:solidFill>
                  <a:srgbClr val="172C43"/>
                </a:solidFill>
                <a:latin typeface="Arial" panose="020B0604020202090204"/>
                <a:ea typeface="Arial" panose="020B0604020202090204"/>
                <a:cs typeface="Arial" panose="020B0604020202090204"/>
              </a:defRPr>
            </a:pPr>
          </a:p>
        </c:txPr>
        <c:crossAx val="48672768"/>
        <c:crosses val="autoZero"/>
        <c:auto val="1"/>
        <c:lblAlgn val="ctr"/>
        <c:lblOffset val="100"/>
        <c:noMultiLvlLbl val="0"/>
      </c:catAx>
      <c:valAx>
        <c:axId val="48672768"/>
        <c:scaling>
          <c:orientation val="minMax"/>
        </c:scaling>
        <c:delete val="0"/>
        <c:axPos val="b"/>
        <c:majorGridlines>
          <c:spPr>
            <a:ln w="9525">
              <a:solidFill>
                <a:srgbClr val="D9E1E7"/>
              </a:solidFill>
              <a:prstDash val="solid"/>
              <a:round/>
            </a:ln>
          </c:spPr>
        </c:majorGridlines>
        <c:numFmt formatCode="General" sourceLinked="1"/>
        <c:majorTickMark val="none"/>
        <c:minorTickMark val="none"/>
        <c:tickLblPos val="nextTo"/>
        <c:spPr>
          <a:ln w="9525">
            <a:solidFill>
              <a:srgbClr val="D4D4D4"/>
            </a:solidFill>
            <a:prstDash val="solid"/>
            <a:round/>
          </a:ln>
        </c:spPr>
        <c:txPr>
          <a:bodyPr rot="-60000000" spcFirstLastPara="0" vertOverflow="ellipsis" vert="horz" wrap="square" anchor="ctr" anchorCtr="1"/>
          <a:lstStyle/>
          <a:p>
            <a:pPr>
              <a:defRPr lang="zh-CN" sz="2250" b="0" i="0" u="none" strike="noStrike" kern="1200" baseline="0">
                <a:solidFill>
                  <a:srgbClr val="666666"/>
                </a:solidFill>
                <a:latin typeface="Arial" panose="020B0604020202090204"/>
                <a:ea typeface="Arial" panose="020B0604020202090204"/>
                <a:cs typeface="Arial" panose="020B0604020202090204"/>
              </a:defRPr>
            </a:pPr>
          </a:p>
        </c:txPr>
        <c:crossAx val="48650112"/>
        <c:crosses val="autoZero"/>
        <c:crossBetween val="between"/>
        <c:majorUnit val="6"/>
      </c:valAx>
      <c:spPr>
        <a:solidFill>
          <a:srgbClr val="FFFFFF"/>
        </a:solidFill>
      </c:spPr>
    </c:plotArea>
    <c:plotVisOnly val="1"/>
    <c:dispBlanksAs val="gap"/>
    <c:showDLblsOverMax val="0"/>
    <c:extLst>
      <c:ext uri="{0b15fc19-7d7d-44ad-8c2d-2c3a37ce22c3}">
        <chartProps xmlns="https://web.wps.cn/et/2018/main" chartId="{69dc37be-674e-40b1-9a2a-65f5ae1df4f6}"/>
      </c:ext>
    </c:extLst>
  </c:chart>
  <c:spPr>
    <a:solidFill>
      <a:srgbClr val="FFFFFF"/>
    </a:solidFill>
  </c:spPr>
  <c:txPr>
    <a:bodyPr/>
    <a:lstStyle/>
    <a:p>
      <a:pPr>
        <a:defRPr lang="zh-CN"/>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Header Placeholder"/>
          <p:cNvSpPr/>
          <p:nvPr>
            <p:ph type="hdr" sz="quarter"/>
          </p:nvPr>
        </p:nvSpPr>
        <p:spPr>
          <a:prstGeom prst="rect">
            <a:avLst/>
          </a:prstGeom>
        </p:spPr>
        <p:txBody>
          <a:bodyPr/>
          <a:lstStyle/>
          <a:p/>
        </p:txBody>
      </p:sp>
      <p:sp>
        <p:nvSpPr>
          <p:cNvPr id="3" name="Date Placeholder"/>
          <p:cNvSpPr/>
          <p:nvPr>
            <p:ph type="dt" sz="quarter" idx="1"/>
          </p:nvPr>
        </p:nvSpPr>
        <p:spPr>
          <a:prstGeom prst="rect">
            <a:avLst/>
          </a:prstGeom>
        </p:spPr>
        <p:txBody>
          <a:bodyPr/>
          <a:lstStyle/>
          <a:p/>
        </p:txBody>
      </p:sp>
      <p:sp>
        <p:nvSpPr>
          <p:cNvPr id="4" name="Slide Image Placeholder"/>
          <p:cNvSpPr/>
          <p:nvPr>
            <p:ph type="sldImg" idx="2"/>
          </p:nvPr>
        </p:nvSpPr>
        <p:spPr>
          <a:prstGeom prst="rect">
            <a:avLst/>
          </a:prstGeom>
        </p:spPr>
        <p:txBody>
          <a:bodyPr/>
          <a:lstStyle/>
          <a:p/>
        </p:txBody>
      </p:sp>
      <p:sp>
        <p:nvSpPr>
          <p:cNvPr id="5" name="Notes Placeholder"/>
          <p:cNvSpPr/>
          <p:nvPr>
            <p:ph type="body" sz="quarter" idx="3"/>
          </p:nvPr>
        </p:nvSpPr>
        <p:spPr>
          <a:prstGeom prst="rect">
            <a:avLst/>
          </a:prstGeom>
        </p:spPr>
        <p:txBody>
          <a:bodyPr/>
          <a:lstStyle/>
          <a:p/>
        </p:txBody>
      </p:sp>
      <p:sp>
        <p:nvSpPr>
          <p:cNvPr id="6" name="Footer Placeholder"/>
          <p:cNvSpPr/>
          <p:nvPr>
            <p:ph type="ftr" sz="quarter" idx="4"/>
          </p:nvPr>
        </p:nvSpPr>
        <p:spPr>
          <a:prstGeom prst="rect">
            <a:avLst/>
          </a:prstGeom>
        </p:spPr>
        <p:txBody>
          <a:bodyPr/>
          <a:lstStyle/>
          <a:p/>
        </p:txBody>
      </p:sp>
      <p:sp>
        <p:nvSpPr>
          <p:cNvPr id="7" name="Slide Number Placeholder"/>
          <p:cNvSpPr/>
          <p:nvPr>
            <p:ph type="sldNum" sz="quarter" idx="5"/>
          </p:nvPr>
        </p:nvSpPr>
        <p:spPr>
          <a:prstGeom prst="rect">
            <a:avLst/>
          </a:prstGeom>
        </p:spPr>
        <p:txBody>
          <a:bodyPr/>
          <a:lstStyle/>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Source of truth: supplied FP08_Final_Migration___Auctions_with_Risk_Reserves (6).pdf, 8 pages, read 20 October 2026. Visual reference: FP8_PS2_A0_Poster (1).pdf. All results are transcribed, no new experiment. Native editable reconstructions of the latest Intellectual Merits, Practical Impacts and Future Research Roadmap figures. Values 26.82, 36.59 and 9.78 are separately rounded source statistics. Sensitivity checks are not equilibrium estimates. SDG indicators are project-level simulated proxies, not official SDG outcome measurements. Official icons: https://sdgs.un.org/sites/default/files/goals/goal-9.png and https://sdgs.un.org/sites/default/files/goals/goal-16.png. Target sources https://sdgs.un.org/goals/goal9 and https://sdgs.un.org/goals/goal16. Logo extracted unchanged from user-provided original poster. Current artifact links supplied explicitly by user supersede legacy URLs in the PDF. Closest studies follow paper references [1], [5], [12]. See full author list and bibliography in the paper.</a:t>
            </a:r>
          </a:p>
        </p:txBody>
      </p:sp>
      <p:sp>
        <p:nvSpPr>
          <p:cNvPr id="4" name="Slide Number Placeholder 3"/>
          <p:cNvSpPr>
            <a:spLocks noGrp="1"/>
          </p:cNvSpPr>
          <p:nvPr>
            <p:ph type="sldNum" idx="5"/>
          </p:nvPr>
        </p:nvSpPr>
        <p:spPr/>
        <p:txBody>
          <a:bodyPr/>
          <a:lstStyle/>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p:sp>
        <p:nvSpPr>
          <p:cNvPr id="3" name="Title"/>
          <p:cNvSpPr>
            <a:spLocks noGrp="1"/>
          </p:cNvSpPr>
          <p:nvPr>
            <p:ph type="title"/>
          </p:nvPr>
        </p:nvSpPr>
        <p:spPr>
          <a:xfrm>
            <a:off x="4280400" y="11437600"/>
            <a:ext cx="34243200" cy="4373200"/>
          </a:xfrm>
          <a:prstGeom prst="rect">
            <a:avLst/>
          </a:prstGeom>
          <a:noFill/>
          <a:ln>
            <a:noFill/>
            <a:prstDash val="solid"/>
          </a:ln>
        </p:spPr>
        <p:txBody>
          <a:bodyPr wrap="square" lIns="0" tIns="0" rIns="0" bIns="0" anchor="ctr">
            <a:normAutofit/>
          </a:bodyPr>
          <a:lstStyle>
            <a:defPPr algn="ctr">
              <a:defRPr sz="16850" b="1">
                <a:solidFill>
                  <a:schemeClr val="tx1"/>
                </a:solidFill>
                <a:latin typeface="+mj-lt"/>
                <a:ea typeface="+mj-lt"/>
                <a:cs typeface="+mj-lt"/>
              </a:defRPr>
            </a:defPPr>
            <a:lvl1pPr marL="0" indent="0" algn="ctr">
              <a:lnSpc>
                <a:spcPct val="110000"/>
              </a:lnSpc>
              <a:spcBef>
                <a:spcPts val="0"/>
              </a:spcBef>
              <a:spcAft>
                <a:spcPts val="0"/>
              </a:spcAft>
              <a:buNone/>
              <a:defRPr sz="16850" b="1">
                <a:solidFill>
                  <a:schemeClr val="tx1"/>
                </a:solidFill>
                <a:latin typeface="+mj-lt"/>
                <a:ea typeface="+mj-lt"/>
                <a:cs typeface="+mj-lt"/>
              </a:defRPr>
            </a:lvl1pPr>
            <a:lvl2pPr marL="0" indent="0" algn="ctr">
              <a:lnSpc>
                <a:spcPct val="110000"/>
              </a:lnSpc>
              <a:spcBef>
                <a:spcPts val="0"/>
              </a:spcBef>
              <a:spcAft>
                <a:spcPts val="0"/>
              </a:spcAft>
              <a:buNone/>
              <a:defRPr sz="16850" b="1">
                <a:solidFill>
                  <a:schemeClr val="tx1"/>
                </a:solidFill>
                <a:latin typeface="+mj-lt"/>
                <a:ea typeface="+mj-lt"/>
                <a:cs typeface="+mj-lt"/>
              </a:defRPr>
            </a:lvl2pPr>
            <a:lvl3pPr marL="0" indent="0" algn="ctr">
              <a:lnSpc>
                <a:spcPct val="110000"/>
              </a:lnSpc>
              <a:spcBef>
                <a:spcPts val="0"/>
              </a:spcBef>
              <a:spcAft>
                <a:spcPts val="0"/>
              </a:spcAft>
              <a:buNone/>
              <a:defRPr sz="16850" b="1">
                <a:solidFill>
                  <a:schemeClr val="tx1"/>
                </a:solidFill>
                <a:latin typeface="+mj-lt"/>
                <a:ea typeface="+mj-lt"/>
                <a:cs typeface="+mj-lt"/>
              </a:defRPr>
            </a:lvl3pPr>
            <a:lvl4pPr marL="0" indent="0" algn="ctr">
              <a:lnSpc>
                <a:spcPct val="110000"/>
              </a:lnSpc>
              <a:spcBef>
                <a:spcPts val="0"/>
              </a:spcBef>
              <a:spcAft>
                <a:spcPts val="0"/>
              </a:spcAft>
              <a:buNone/>
              <a:defRPr sz="16850" b="1">
                <a:solidFill>
                  <a:schemeClr val="tx1"/>
                </a:solidFill>
                <a:latin typeface="+mj-lt"/>
                <a:ea typeface="+mj-lt"/>
                <a:cs typeface="+mj-lt"/>
              </a:defRPr>
            </a:lvl4pPr>
            <a:lvl5pPr marL="0" indent="0" algn="ctr">
              <a:lnSpc>
                <a:spcPct val="110000"/>
              </a:lnSpc>
              <a:spcBef>
                <a:spcPts val="0"/>
              </a:spcBef>
              <a:spcAft>
                <a:spcPts val="0"/>
              </a:spcAft>
              <a:buNone/>
              <a:defRPr sz="16850" b="1">
                <a:solidFill>
                  <a:schemeClr val="tx1"/>
                </a:solidFill>
                <a:latin typeface="+mj-lt"/>
                <a:ea typeface="+mj-lt"/>
                <a:cs typeface="+mj-lt"/>
              </a:defRPr>
            </a:lvl5pPr>
            <a:lvl6pPr marL="0" indent="0" algn="ctr">
              <a:lnSpc>
                <a:spcPct val="110000"/>
              </a:lnSpc>
              <a:spcBef>
                <a:spcPts val="0"/>
              </a:spcBef>
              <a:spcAft>
                <a:spcPts val="0"/>
              </a:spcAft>
              <a:buNone/>
              <a:defRPr sz="16850" b="1">
                <a:solidFill>
                  <a:schemeClr val="tx1"/>
                </a:solidFill>
                <a:latin typeface="+mj-lt"/>
                <a:ea typeface="+mj-lt"/>
                <a:cs typeface="+mj-lt"/>
              </a:defRPr>
            </a:lvl6pPr>
            <a:lvl7pPr marL="0" indent="0" algn="ctr">
              <a:lnSpc>
                <a:spcPct val="110000"/>
              </a:lnSpc>
              <a:spcBef>
                <a:spcPts val="0"/>
              </a:spcBef>
              <a:spcAft>
                <a:spcPts val="0"/>
              </a:spcAft>
              <a:buNone/>
              <a:defRPr sz="16850" b="1">
                <a:solidFill>
                  <a:schemeClr val="tx1"/>
                </a:solidFill>
                <a:latin typeface="+mj-lt"/>
                <a:ea typeface="+mj-lt"/>
                <a:cs typeface="+mj-lt"/>
              </a:defRPr>
            </a:lvl7pPr>
            <a:lvl8pPr marL="0" indent="0" algn="ctr">
              <a:lnSpc>
                <a:spcPct val="110000"/>
              </a:lnSpc>
              <a:spcBef>
                <a:spcPts val="0"/>
              </a:spcBef>
              <a:spcAft>
                <a:spcPts val="0"/>
              </a:spcAft>
              <a:buNone/>
              <a:defRPr sz="16850" b="1">
                <a:solidFill>
                  <a:schemeClr val="tx1"/>
                </a:solidFill>
                <a:latin typeface="+mj-lt"/>
                <a:ea typeface="+mj-lt"/>
                <a:cs typeface="+mj-lt"/>
              </a:defRPr>
            </a:lvl8pPr>
            <a:lvl9pPr marL="0" indent="0" algn="ctr">
              <a:lnSpc>
                <a:spcPct val="110000"/>
              </a:lnSpc>
              <a:spcBef>
                <a:spcPts val="0"/>
              </a:spcBef>
              <a:spcAft>
                <a:spcPts val="0"/>
              </a:spcAft>
              <a:buNone/>
              <a:defRPr sz="16850" b="1">
                <a:solidFill>
                  <a:schemeClr val="tx1"/>
                </a:solidFill>
                <a:latin typeface="+mj-lt"/>
                <a:ea typeface="+mj-lt"/>
                <a:cs typeface="+mj-lt"/>
              </a:defRPr>
            </a:lvl9pPr>
          </a:lstStyle>
          <a:p/>
        </p:txBody>
      </p:sp>
      <p:sp>
        <p:nvSpPr>
          <p:cNvPr id="2" name="Subtitle"/>
          <p:cNvSpPr>
            <a:spLocks noGrp="1"/>
          </p:cNvSpPr>
          <p:nvPr>
            <p:ph type="subTitle" idx="1"/>
          </p:nvPr>
        </p:nvSpPr>
        <p:spPr>
          <a:xfrm>
            <a:off x="6420600" y="16651800"/>
            <a:ext cx="29962800" cy="3364000"/>
          </a:xfrm>
          <a:prstGeom prst="rect">
            <a:avLst/>
          </a:prstGeom>
          <a:noFill/>
          <a:ln>
            <a:noFill/>
            <a:prstDash val="solid"/>
          </a:ln>
        </p:spPr>
        <p:txBody>
          <a:bodyPr wrap="square" lIns="0" tIns="0" rIns="0" bIns="0" anchor="ctr">
            <a:normAutofit/>
          </a:bodyPr>
          <a:lstStyle>
            <a:defPPr algn="ctr">
              <a:defRPr sz="7375" b="0">
                <a:solidFill>
                  <a:schemeClr val="tx1"/>
                </a:solidFill>
                <a:latin typeface="+mn-lt"/>
                <a:ea typeface="+mn-lt"/>
                <a:cs typeface="+mn-lt"/>
              </a:defRPr>
            </a:defPPr>
            <a:lvl1pPr marL="0" indent="0" algn="ctr">
              <a:lnSpc>
                <a:spcPct val="110000"/>
              </a:lnSpc>
              <a:spcBef>
                <a:spcPts val="0"/>
              </a:spcBef>
              <a:spcAft>
                <a:spcPts val="0"/>
              </a:spcAft>
              <a:buNone/>
              <a:defRPr sz="7375" b="0">
                <a:solidFill>
                  <a:schemeClr val="tx1"/>
                </a:solidFill>
                <a:latin typeface="+mn-lt"/>
                <a:ea typeface="+mn-lt"/>
                <a:cs typeface="+mn-lt"/>
              </a:defRPr>
            </a:lvl1pPr>
            <a:lvl2pPr marL="0" indent="0" algn="ctr">
              <a:lnSpc>
                <a:spcPct val="110000"/>
              </a:lnSpc>
              <a:spcBef>
                <a:spcPts val="0"/>
              </a:spcBef>
              <a:spcAft>
                <a:spcPts val="0"/>
              </a:spcAft>
              <a:buNone/>
              <a:defRPr sz="7375" b="0">
                <a:solidFill>
                  <a:schemeClr val="tx1"/>
                </a:solidFill>
                <a:latin typeface="+mn-lt"/>
                <a:ea typeface="+mn-lt"/>
                <a:cs typeface="+mn-lt"/>
              </a:defRPr>
            </a:lvl2pPr>
            <a:lvl3pPr marL="0" indent="0" algn="ctr">
              <a:lnSpc>
                <a:spcPct val="110000"/>
              </a:lnSpc>
              <a:spcBef>
                <a:spcPts val="0"/>
              </a:spcBef>
              <a:spcAft>
                <a:spcPts val="0"/>
              </a:spcAft>
              <a:buNone/>
              <a:defRPr sz="7375" b="0">
                <a:solidFill>
                  <a:schemeClr val="tx1"/>
                </a:solidFill>
                <a:latin typeface="+mn-lt"/>
                <a:ea typeface="+mn-lt"/>
                <a:cs typeface="+mn-lt"/>
              </a:defRPr>
            </a:lvl3pPr>
            <a:lvl4pPr marL="0" indent="0" algn="ctr">
              <a:lnSpc>
                <a:spcPct val="110000"/>
              </a:lnSpc>
              <a:spcBef>
                <a:spcPts val="0"/>
              </a:spcBef>
              <a:spcAft>
                <a:spcPts val="0"/>
              </a:spcAft>
              <a:buNone/>
              <a:defRPr sz="7375" b="0">
                <a:solidFill>
                  <a:schemeClr val="tx1"/>
                </a:solidFill>
                <a:latin typeface="+mn-lt"/>
                <a:ea typeface="+mn-lt"/>
                <a:cs typeface="+mn-lt"/>
              </a:defRPr>
            </a:lvl4pPr>
            <a:lvl5pPr marL="0" indent="0" algn="ctr">
              <a:lnSpc>
                <a:spcPct val="110000"/>
              </a:lnSpc>
              <a:spcBef>
                <a:spcPts val="0"/>
              </a:spcBef>
              <a:spcAft>
                <a:spcPts val="0"/>
              </a:spcAft>
              <a:buNone/>
              <a:defRPr sz="7375" b="0">
                <a:solidFill>
                  <a:schemeClr val="tx1"/>
                </a:solidFill>
                <a:latin typeface="+mn-lt"/>
                <a:ea typeface="+mn-lt"/>
                <a:cs typeface="+mn-lt"/>
              </a:defRPr>
            </a:lvl5pPr>
            <a:lvl6pPr marL="0" indent="0" algn="ctr">
              <a:lnSpc>
                <a:spcPct val="110000"/>
              </a:lnSpc>
              <a:spcBef>
                <a:spcPts val="0"/>
              </a:spcBef>
              <a:spcAft>
                <a:spcPts val="0"/>
              </a:spcAft>
              <a:buNone/>
              <a:defRPr sz="7375" b="0">
                <a:solidFill>
                  <a:schemeClr val="tx1"/>
                </a:solidFill>
                <a:latin typeface="+mn-lt"/>
                <a:ea typeface="+mn-lt"/>
                <a:cs typeface="+mn-lt"/>
              </a:defRPr>
            </a:lvl6pPr>
            <a:lvl7pPr marL="0" indent="0" algn="ctr">
              <a:lnSpc>
                <a:spcPct val="110000"/>
              </a:lnSpc>
              <a:spcBef>
                <a:spcPts val="0"/>
              </a:spcBef>
              <a:spcAft>
                <a:spcPts val="0"/>
              </a:spcAft>
              <a:buNone/>
              <a:defRPr sz="7375" b="0">
                <a:solidFill>
                  <a:schemeClr val="tx1"/>
                </a:solidFill>
                <a:latin typeface="+mn-lt"/>
                <a:ea typeface="+mn-lt"/>
                <a:cs typeface="+mn-lt"/>
              </a:defRPr>
            </a:lvl7pPr>
            <a:lvl8pPr marL="0" indent="0" algn="ctr">
              <a:lnSpc>
                <a:spcPct val="110000"/>
              </a:lnSpc>
              <a:spcBef>
                <a:spcPts val="0"/>
              </a:spcBef>
              <a:spcAft>
                <a:spcPts val="0"/>
              </a:spcAft>
              <a:buNone/>
              <a:defRPr sz="7375" b="0">
                <a:solidFill>
                  <a:schemeClr val="tx1"/>
                </a:solidFill>
                <a:latin typeface="+mn-lt"/>
                <a:ea typeface="+mn-lt"/>
                <a:cs typeface="+mn-lt"/>
              </a:defRPr>
            </a:lvl8pPr>
            <a:lvl9pPr marL="0" indent="0" algn="ctr">
              <a:lnSpc>
                <a:spcPct val="110000"/>
              </a:lnSpc>
              <a:spcBef>
                <a:spcPts val="0"/>
              </a:spcBef>
              <a:spcAft>
                <a:spcPts val="0"/>
              </a:spcAft>
              <a:buNone/>
              <a:defRPr sz="7375" b="0">
                <a:solidFill>
                  <a:schemeClr val="tx1"/>
                </a:solidFill>
                <a:latin typeface="+mn-lt"/>
                <a:ea typeface="+mn-lt"/>
                <a:cs typeface="+mn-lt"/>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cSld name="Section Header">
    <p:spTree>
      <p:nvGrpSpPr>
        <p:cNvPr id="1" name=""/>
        <p:cNvGrpSpPr/>
        <p:nvPr/>
      </p:nvGrpSpPr>
      <p:grpSpPr/>
      <p:sp>
        <p:nvSpPr>
          <p:cNvPr id="2" name="Section title"/>
          <p:cNvSpPr>
            <a:spLocks noGrp="1"/>
          </p:cNvSpPr>
          <p:nvPr>
            <p:ph type="title"/>
          </p:nvPr>
        </p:nvSpPr>
        <p:spPr>
          <a:xfrm>
            <a:off x="4280400" y="12615000"/>
            <a:ext cx="34243200" cy="5046000"/>
          </a:xfrm>
          <a:prstGeom prst="rect">
            <a:avLst/>
          </a:prstGeom>
          <a:noFill/>
          <a:ln>
            <a:noFill/>
            <a:prstDash val="solid"/>
          </a:ln>
        </p:spPr>
        <p:txBody>
          <a:bodyPr wrap="square" lIns="0" tIns="0" rIns="0" bIns="0" anchor="ctr">
            <a:normAutofit/>
          </a:bodyPr>
          <a:lstStyle>
            <a:defPPr algn="ctr">
              <a:defRPr sz="14745" b="1">
                <a:solidFill>
                  <a:schemeClr val="tx1"/>
                </a:solidFill>
                <a:latin typeface="+mj-lt"/>
                <a:ea typeface="+mj-lt"/>
                <a:cs typeface="+mj-lt"/>
              </a:defRPr>
            </a:defPPr>
            <a:lvl1pPr marL="0" indent="0" algn="ctr">
              <a:lnSpc>
                <a:spcPct val="110000"/>
              </a:lnSpc>
              <a:spcBef>
                <a:spcPts val="0"/>
              </a:spcBef>
              <a:spcAft>
                <a:spcPts val="0"/>
              </a:spcAft>
              <a:buNone/>
              <a:defRPr sz="14745" b="1">
                <a:solidFill>
                  <a:schemeClr val="tx1"/>
                </a:solidFill>
                <a:latin typeface="+mj-lt"/>
                <a:ea typeface="+mj-lt"/>
                <a:cs typeface="+mj-lt"/>
              </a:defRPr>
            </a:lvl1pPr>
            <a:lvl2pPr marL="0" indent="0" algn="ctr">
              <a:lnSpc>
                <a:spcPct val="110000"/>
              </a:lnSpc>
              <a:spcBef>
                <a:spcPts val="0"/>
              </a:spcBef>
              <a:spcAft>
                <a:spcPts val="0"/>
              </a:spcAft>
              <a:buNone/>
              <a:defRPr sz="14745" b="1">
                <a:solidFill>
                  <a:schemeClr val="tx1"/>
                </a:solidFill>
                <a:latin typeface="+mj-lt"/>
                <a:ea typeface="+mj-lt"/>
                <a:cs typeface="+mj-lt"/>
              </a:defRPr>
            </a:lvl2pPr>
            <a:lvl3pPr marL="0" indent="0" algn="ctr">
              <a:lnSpc>
                <a:spcPct val="110000"/>
              </a:lnSpc>
              <a:spcBef>
                <a:spcPts val="0"/>
              </a:spcBef>
              <a:spcAft>
                <a:spcPts val="0"/>
              </a:spcAft>
              <a:buNone/>
              <a:defRPr sz="14745" b="1">
                <a:solidFill>
                  <a:schemeClr val="tx1"/>
                </a:solidFill>
                <a:latin typeface="+mj-lt"/>
                <a:ea typeface="+mj-lt"/>
                <a:cs typeface="+mj-lt"/>
              </a:defRPr>
            </a:lvl3pPr>
            <a:lvl4pPr marL="0" indent="0" algn="ctr">
              <a:lnSpc>
                <a:spcPct val="110000"/>
              </a:lnSpc>
              <a:spcBef>
                <a:spcPts val="0"/>
              </a:spcBef>
              <a:spcAft>
                <a:spcPts val="0"/>
              </a:spcAft>
              <a:buNone/>
              <a:defRPr sz="14745" b="1">
                <a:solidFill>
                  <a:schemeClr val="tx1"/>
                </a:solidFill>
                <a:latin typeface="+mj-lt"/>
                <a:ea typeface="+mj-lt"/>
                <a:cs typeface="+mj-lt"/>
              </a:defRPr>
            </a:lvl4pPr>
            <a:lvl5pPr marL="0" indent="0" algn="ctr">
              <a:lnSpc>
                <a:spcPct val="110000"/>
              </a:lnSpc>
              <a:spcBef>
                <a:spcPts val="0"/>
              </a:spcBef>
              <a:spcAft>
                <a:spcPts val="0"/>
              </a:spcAft>
              <a:buNone/>
              <a:defRPr sz="14745" b="1">
                <a:solidFill>
                  <a:schemeClr val="tx1"/>
                </a:solidFill>
                <a:latin typeface="+mj-lt"/>
                <a:ea typeface="+mj-lt"/>
                <a:cs typeface="+mj-lt"/>
              </a:defRPr>
            </a:lvl5pPr>
            <a:lvl6pPr marL="0" indent="0" algn="ctr">
              <a:lnSpc>
                <a:spcPct val="110000"/>
              </a:lnSpc>
              <a:spcBef>
                <a:spcPts val="0"/>
              </a:spcBef>
              <a:spcAft>
                <a:spcPts val="0"/>
              </a:spcAft>
              <a:buNone/>
              <a:defRPr sz="14745" b="1">
                <a:solidFill>
                  <a:schemeClr val="tx1"/>
                </a:solidFill>
                <a:latin typeface="+mj-lt"/>
                <a:ea typeface="+mj-lt"/>
                <a:cs typeface="+mj-lt"/>
              </a:defRPr>
            </a:lvl6pPr>
            <a:lvl7pPr marL="0" indent="0" algn="ctr">
              <a:lnSpc>
                <a:spcPct val="110000"/>
              </a:lnSpc>
              <a:spcBef>
                <a:spcPts val="0"/>
              </a:spcBef>
              <a:spcAft>
                <a:spcPts val="0"/>
              </a:spcAft>
              <a:buNone/>
              <a:defRPr sz="14745" b="1">
                <a:solidFill>
                  <a:schemeClr val="tx1"/>
                </a:solidFill>
                <a:latin typeface="+mj-lt"/>
                <a:ea typeface="+mj-lt"/>
                <a:cs typeface="+mj-lt"/>
              </a:defRPr>
            </a:lvl7pPr>
            <a:lvl8pPr marL="0" indent="0" algn="ctr">
              <a:lnSpc>
                <a:spcPct val="110000"/>
              </a:lnSpc>
              <a:spcBef>
                <a:spcPts val="0"/>
              </a:spcBef>
              <a:spcAft>
                <a:spcPts val="0"/>
              </a:spcAft>
              <a:buNone/>
              <a:defRPr sz="14745" b="1">
                <a:solidFill>
                  <a:schemeClr val="tx1"/>
                </a:solidFill>
                <a:latin typeface="+mj-lt"/>
                <a:ea typeface="+mj-lt"/>
                <a:cs typeface="+mj-lt"/>
              </a:defRPr>
            </a:lvl8pPr>
            <a:lvl9pPr marL="0" indent="0" algn="ctr">
              <a:lnSpc>
                <a:spcPct val="110000"/>
              </a:lnSpc>
              <a:spcBef>
                <a:spcPts val="0"/>
              </a:spcBef>
              <a:spcAft>
                <a:spcPts val="0"/>
              </a:spcAft>
              <a:buNone/>
              <a:defRPr sz="14745" b="1">
                <a:solidFill>
                  <a:schemeClr val="tx1"/>
                </a:solidFill>
                <a:latin typeface="+mj-lt"/>
                <a:ea typeface="+mj-lt"/>
                <a:cs typeface="+mj-lt"/>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cSld name="Title and Body">
    <p:spTree>
      <p:nvGrpSpPr>
        <p:cNvPr id="1" name=""/>
        <p:cNvGrpSpPr/>
        <p:nvPr/>
      </p:nvGrpSpPr>
      <p:grpSpPr/>
      <p:sp>
        <p:nvSpPr>
          <p:cNvPr id="3" name="Title"/>
          <p:cNvSpPr>
            <a:spLocks noGrp="1"/>
          </p:cNvSpPr>
          <p:nvPr>
            <p:ph type="title"/>
          </p:nvPr>
        </p:nvSpPr>
        <p:spPr>
          <a:xfrm>
            <a:off x="2407725" y="2354800"/>
            <a:ext cx="37988550" cy="3700400"/>
          </a:xfrm>
          <a:prstGeom prst="rect">
            <a:avLst/>
          </a:prstGeom>
          <a:noFill/>
          <a:ln>
            <a:noFill/>
            <a:prstDash val="solid"/>
          </a:ln>
        </p:spPr>
        <p:txBody>
          <a:bodyPr wrap="square" lIns="0" tIns="0" rIns="0" bIns="0" anchor="t">
            <a:normAutofit/>
          </a:bodyPr>
          <a:lstStyle>
            <a:defPPr algn="l">
              <a:defRPr sz="11585" b="1">
                <a:solidFill>
                  <a:schemeClr val="tx1"/>
                </a:solidFill>
                <a:latin typeface="+mj-lt"/>
                <a:ea typeface="+mj-lt"/>
                <a:cs typeface="+mj-lt"/>
              </a:defRPr>
            </a:defPPr>
            <a:lvl1pPr marL="0" indent="0" algn="l">
              <a:lnSpc>
                <a:spcPct val="110000"/>
              </a:lnSpc>
              <a:spcBef>
                <a:spcPts val="0"/>
              </a:spcBef>
              <a:spcAft>
                <a:spcPts val="0"/>
              </a:spcAft>
              <a:buNone/>
              <a:defRPr sz="11585" b="1">
                <a:solidFill>
                  <a:schemeClr val="tx1"/>
                </a:solidFill>
                <a:latin typeface="+mj-lt"/>
                <a:ea typeface="+mj-lt"/>
                <a:cs typeface="+mj-lt"/>
              </a:defRPr>
            </a:lvl1pPr>
            <a:lvl2pPr marL="0" indent="0" algn="l">
              <a:lnSpc>
                <a:spcPct val="110000"/>
              </a:lnSpc>
              <a:spcBef>
                <a:spcPts val="0"/>
              </a:spcBef>
              <a:spcAft>
                <a:spcPts val="0"/>
              </a:spcAft>
              <a:buNone/>
              <a:defRPr sz="11585" b="1">
                <a:solidFill>
                  <a:schemeClr val="tx1"/>
                </a:solidFill>
                <a:latin typeface="+mj-lt"/>
                <a:ea typeface="+mj-lt"/>
                <a:cs typeface="+mj-lt"/>
              </a:defRPr>
            </a:lvl2pPr>
            <a:lvl3pPr marL="0" indent="0" algn="l">
              <a:lnSpc>
                <a:spcPct val="110000"/>
              </a:lnSpc>
              <a:spcBef>
                <a:spcPts val="0"/>
              </a:spcBef>
              <a:spcAft>
                <a:spcPts val="0"/>
              </a:spcAft>
              <a:buNone/>
              <a:defRPr sz="11585" b="1">
                <a:solidFill>
                  <a:schemeClr val="tx1"/>
                </a:solidFill>
                <a:latin typeface="+mj-lt"/>
                <a:ea typeface="+mj-lt"/>
                <a:cs typeface="+mj-lt"/>
              </a:defRPr>
            </a:lvl3pPr>
            <a:lvl4pPr marL="0" indent="0" algn="l">
              <a:lnSpc>
                <a:spcPct val="110000"/>
              </a:lnSpc>
              <a:spcBef>
                <a:spcPts val="0"/>
              </a:spcBef>
              <a:spcAft>
                <a:spcPts val="0"/>
              </a:spcAft>
              <a:buNone/>
              <a:defRPr sz="11585" b="1">
                <a:solidFill>
                  <a:schemeClr val="tx1"/>
                </a:solidFill>
                <a:latin typeface="+mj-lt"/>
                <a:ea typeface="+mj-lt"/>
                <a:cs typeface="+mj-lt"/>
              </a:defRPr>
            </a:lvl4pPr>
            <a:lvl5pPr marL="0" indent="0" algn="l">
              <a:lnSpc>
                <a:spcPct val="110000"/>
              </a:lnSpc>
              <a:spcBef>
                <a:spcPts val="0"/>
              </a:spcBef>
              <a:spcAft>
                <a:spcPts val="0"/>
              </a:spcAft>
              <a:buNone/>
              <a:defRPr sz="11585" b="1">
                <a:solidFill>
                  <a:schemeClr val="tx1"/>
                </a:solidFill>
                <a:latin typeface="+mj-lt"/>
                <a:ea typeface="+mj-lt"/>
                <a:cs typeface="+mj-lt"/>
              </a:defRPr>
            </a:lvl5pPr>
            <a:lvl6pPr marL="0" indent="0" algn="l">
              <a:lnSpc>
                <a:spcPct val="110000"/>
              </a:lnSpc>
              <a:spcBef>
                <a:spcPts val="0"/>
              </a:spcBef>
              <a:spcAft>
                <a:spcPts val="0"/>
              </a:spcAft>
              <a:buNone/>
              <a:defRPr sz="11585" b="1">
                <a:solidFill>
                  <a:schemeClr val="tx1"/>
                </a:solidFill>
                <a:latin typeface="+mj-lt"/>
                <a:ea typeface="+mj-lt"/>
                <a:cs typeface="+mj-lt"/>
              </a:defRPr>
            </a:lvl6pPr>
            <a:lvl7pPr marL="0" indent="0" algn="l">
              <a:lnSpc>
                <a:spcPct val="110000"/>
              </a:lnSpc>
              <a:spcBef>
                <a:spcPts val="0"/>
              </a:spcBef>
              <a:spcAft>
                <a:spcPts val="0"/>
              </a:spcAft>
              <a:buNone/>
              <a:defRPr sz="11585" b="1">
                <a:solidFill>
                  <a:schemeClr val="tx1"/>
                </a:solidFill>
                <a:latin typeface="+mj-lt"/>
                <a:ea typeface="+mj-lt"/>
                <a:cs typeface="+mj-lt"/>
              </a:defRPr>
            </a:lvl7pPr>
            <a:lvl8pPr marL="0" indent="0" algn="l">
              <a:lnSpc>
                <a:spcPct val="110000"/>
              </a:lnSpc>
              <a:spcBef>
                <a:spcPts val="0"/>
              </a:spcBef>
              <a:spcAft>
                <a:spcPts val="0"/>
              </a:spcAft>
              <a:buNone/>
              <a:defRPr sz="11585" b="1">
                <a:solidFill>
                  <a:schemeClr val="tx1"/>
                </a:solidFill>
                <a:latin typeface="+mj-lt"/>
                <a:ea typeface="+mj-lt"/>
                <a:cs typeface="+mj-lt"/>
              </a:defRPr>
            </a:lvl8pPr>
            <a:lvl9pPr marL="0" indent="0" algn="l">
              <a:lnSpc>
                <a:spcPct val="110000"/>
              </a:lnSpc>
              <a:spcBef>
                <a:spcPts val="0"/>
              </a:spcBef>
              <a:spcAft>
                <a:spcPts val="0"/>
              </a:spcAft>
              <a:buNone/>
              <a:defRPr sz="11585" b="1">
                <a:solidFill>
                  <a:schemeClr val="tx1"/>
                </a:solidFill>
                <a:latin typeface="+mj-lt"/>
                <a:ea typeface="+mj-lt"/>
                <a:cs typeface="+mj-lt"/>
              </a:defRPr>
            </a:lvl9pPr>
          </a:lstStyle>
          <a:p/>
        </p:txBody>
      </p:sp>
      <p:sp>
        <p:nvSpPr>
          <p:cNvPr id="2" name="Body"/>
          <p:cNvSpPr>
            <a:spLocks noGrp="1"/>
          </p:cNvSpPr>
          <p:nvPr>
            <p:ph type="body" idx="1"/>
          </p:nvPr>
        </p:nvSpPr>
        <p:spPr>
          <a:xfrm>
            <a:off x="2407725" y="8410000"/>
            <a:ext cx="37988550" cy="18838400"/>
          </a:xfrm>
          <a:prstGeom prst="rect">
            <a:avLst/>
          </a:prstGeom>
          <a:noFill/>
          <a:ln>
            <a:noFill/>
            <a:prstDash val="solid"/>
          </a:ln>
        </p:spPr>
        <p:txBody>
          <a:bodyPr wrap="square" lIns="0" tIns="0" rIns="0" bIns="0" anchor="t">
            <a:normAutofit/>
          </a:bodyPr>
          <a:lstStyle>
            <a:defPPr algn="l">
              <a:defRPr sz="7900" b="0">
                <a:solidFill>
                  <a:schemeClr val="tx1"/>
                </a:solidFill>
                <a:latin typeface="+mn-lt"/>
                <a:ea typeface="+mn-lt"/>
                <a:cs typeface="+mn-lt"/>
              </a:defRPr>
            </a:defPPr>
            <a:lvl1pPr marL="802640" indent="-802640" algn="l">
              <a:lnSpc>
                <a:spcPct val="110000"/>
              </a:lnSpc>
              <a:spcBef>
                <a:spcPts val="0"/>
              </a:spcBef>
              <a:spcAft>
                <a:spcPts val="4215"/>
              </a:spcAft>
              <a:buChar char="•"/>
              <a:defRPr sz="7900" b="0">
                <a:solidFill>
                  <a:schemeClr val="tx1"/>
                </a:solidFill>
                <a:latin typeface="+mn-lt"/>
                <a:ea typeface="+mn-lt"/>
                <a:cs typeface="+mn-lt"/>
              </a:defRPr>
            </a:lvl1pPr>
            <a:lvl2pPr marL="1872615" indent="-802640" algn="l">
              <a:lnSpc>
                <a:spcPct val="110000"/>
              </a:lnSpc>
              <a:spcBef>
                <a:spcPts val="0"/>
              </a:spcBef>
              <a:spcAft>
                <a:spcPts val="4215"/>
              </a:spcAft>
              <a:buChar char="•"/>
              <a:defRPr sz="7900" b="0">
                <a:solidFill>
                  <a:schemeClr val="tx1"/>
                </a:solidFill>
                <a:latin typeface="+mn-lt"/>
                <a:ea typeface="+mn-lt"/>
                <a:cs typeface="+mn-lt"/>
              </a:defRPr>
            </a:lvl2pPr>
            <a:lvl3pPr marL="2942590" indent="-802640" algn="l">
              <a:lnSpc>
                <a:spcPct val="110000"/>
              </a:lnSpc>
              <a:spcBef>
                <a:spcPts val="0"/>
              </a:spcBef>
              <a:spcAft>
                <a:spcPts val="4215"/>
              </a:spcAft>
              <a:buChar char="•"/>
              <a:defRPr sz="7900" b="0">
                <a:solidFill>
                  <a:schemeClr val="tx1"/>
                </a:solidFill>
                <a:latin typeface="+mn-lt"/>
                <a:ea typeface="+mn-lt"/>
                <a:cs typeface="+mn-lt"/>
              </a:defRPr>
            </a:lvl3pPr>
            <a:lvl4pPr marL="4012565" indent="-802640" algn="l">
              <a:lnSpc>
                <a:spcPct val="110000"/>
              </a:lnSpc>
              <a:spcBef>
                <a:spcPts val="0"/>
              </a:spcBef>
              <a:spcAft>
                <a:spcPts val="4215"/>
              </a:spcAft>
              <a:buChar char="•"/>
              <a:defRPr sz="7900" b="0">
                <a:solidFill>
                  <a:schemeClr val="tx1"/>
                </a:solidFill>
                <a:latin typeface="+mn-lt"/>
                <a:ea typeface="+mn-lt"/>
                <a:cs typeface="+mn-lt"/>
              </a:defRPr>
            </a:lvl4pPr>
            <a:lvl5pPr marL="5083175" indent="-802640" algn="l">
              <a:lnSpc>
                <a:spcPct val="110000"/>
              </a:lnSpc>
              <a:spcBef>
                <a:spcPts val="0"/>
              </a:spcBef>
              <a:spcAft>
                <a:spcPts val="4215"/>
              </a:spcAft>
              <a:buChar char="•"/>
              <a:defRPr sz="7900" b="0">
                <a:solidFill>
                  <a:schemeClr val="tx1"/>
                </a:solidFill>
                <a:latin typeface="+mn-lt"/>
                <a:ea typeface="+mn-lt"/>
                <a:cs typeface="+mn-lt"/>
              </a:defRPr>
            </a:lvl5pPr>
            <a:lvl6pPr marL="6153150" indent="-802640" algn="l">
              <a:lnSpc>
                <a:spcPct val="110000"/>
              </a:lnSpc>
              <a:spcBef>
                <a:spcPts val="0"/>
              </a:spcBef>
              <a:spcAft>
                <a:spcPts val="4215"/>
              </a:spcAft>
              <a:buChar char="•"/>
              <a:defRPr sz="7900" b="0">
                <a:solidFill>
                  <a:schemeClr val="tx1"/>
                </a:solidFill>
                <a:latin typeface="+mn-lt"/>
                <a:ea typeface="+mn-lt"/>
                <a:cs typeface="+mn-lt"/>
              </a:defRPr>
            </a:lvl6pPr>
            <a:lvl7pPr marL="7223125" indent="-802640" algn="l">
              <a:lnSpc>
                <a:spcPct val="110000"/>
              </a:lnSpc>
              <a:spcBef>
                <a:spcPts val="0"/>
              </a:spcBef>
              <a:spcAft>
                <a:spcPts val="4215"/>
              </a:spcAft>
              <a:buChar char="•"/>
              <a:defRPr sz="7900" b="0">
                <a:solidFill>
                  <a:schemeClr val="tx1"/>
                </a:solidFill>
                <a:latin typeface="+mn-lt"/>
                <a:ea typeface="+mn-lt"/>
                <a:cs typeface="+mn-lt"/>
              </a:defRPr>
            </a:lvl7pPr>
            <a:lvl8pPr marL="8293100" indent="-802640" algn="l">
              <a:lnSpc>
                <a:spcPct val="110000"/>
              </a:lnSpc>
              <a:spcBef>
                <a:spcPts val="0"/>
              </a:spcBef>
              <a:spcAft>
                <a:spcPts val="4215"/>
              </a:spcAft>
              <a:buChar char="•"/>
              <a:defRPr sz="7900" b="0">
                <a:solidFill>
                  <a:schemeClr val="tx1"/>
                </a:solidFill>
                <a:latin typeface="+mn-lt"/>
                <a:ea typeface="+mn-lt"/>
                <a:cs typeface="+mn-lt"/>
              </a:defRPr>
            </a:lvl8pPr>
            <a:lvl9pPr marL="9363075" indent="-802640" algn="l">
              <a:lnSpc>
                <a:spcPct val="110000"/>
              </a:lnSpc>
              <a:spcBef>
                <a:spcPts val="0"/>
              </a:spcBef>
              <a:spcAft>
                <a:spcPts val="4215"/>
              </a:spcAft>
              <a:buChar char="•"/>
              <a:defRPr sz="7900" b="0">
                <a:solidFill>
                  <a:schemeClr val="tx1"/>
                </a:solidFill>
                <a:latin typeface="+mn-lt"/>
                <a:ea typeface="+mn-lt"/>
                <a:cs typeface="+mn-lt"/>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Title and Two Column">
    <p:spTree>
      <p:nvGrpSpPr>
        <p:cNvPr id="1" name=""/>
        <p:cNvGrpSpPr/>
        <p:nvPr/>
      </p:nvGrpSpPr>
      <p:grpSpPr/>
      <p:sp>
        <p:nvSpPr>
          <p:cNvPr id="4" name="Title"/>
          <p:cNvSpPr>
            <a:spLocks noGrp="1"/>
          </p:cNvSpPr>
          <p:nvPr>
            <p:ph type="title"/>
          </p:nvPr>
        </p:nvSpPr>
        <p:spPr>
          <a:xfrm>
            <a:off x="2407725" y="2354800"/>
            <a:ext cx="37988550" cy="3700400"/>
          </a:xfrm>
          <a:prstGeom prst="rect">
            <a:avLst/>
          </a:prstGeom>
          <a:noFill/>
          <a:ln>
            <a:noFill/>
            <a:prstDash val="solid"/>
          </a:ln>
        </p:spPr>
        <p:txBody>
          <a:bodyPr wrap="square" lIns="0" tIns="0" rIns="0" bIns="0" anchor="t">
            <a:normAutofit/>
          </a:bodyPr>
          <a:lstStyle>
            <a:defPPr algn="l">
              <a:defRPr sz="11585" b="1">
                <a:solidFill>
                  <a:schemeClr val="tx1"/>
                </a:solidFill>
                <a:latin typeface="+mj-lt"/>
                <a:ea typeface="+mj-lt"/>
                <a:cs typeface="+mj-lt"/>
              </a:defRPr>
            </a:defPPr>
            <a:lvl1pPr marL="0" indent="0" algn="l">
              <a:lnSpc>
                <a:spcPct val="110000"/>
              </a:lnSpc>
              <a:spcBef>
                <a:spcPts val="0"/>
              </a:spcBef>
              <a:spcAft>
                <a:spcPts val="0"/>
              </a:spcAft>
              <a:buNone/>
              <a:defRPr sz="11585" b="1">
                <a:solidFill>
                  <a:schemeClr val="tx1"/>
                </a:solidFill>
                <a:latin typeface="+mj-lt"/>
                <a:ea typeface="+mj-lt"/>
                <a:cs typeface="+mj-lt"/>
              </a:defRPr>
            </a:lvl1pPr>
            <a:lvl2pPr marL="0" indent="0" algn="l">
              <a:lnSpc>
                <a:spcPct val="110000"/>
              </a:lnSpc>
              <a:spcBef>
                <a:spcPts val="0"/>
              </a:spcBef>
              <a:spcAft>
                <a:spcPts val="0"/>
              </a:spcAft>
              <a:buNone/>
              <a:defRPr sz="11585" b="1">
                <a:solidFill>
                  <a:schemeClr val="tx1"/>
                </a:solidFill>
                <a:latin typeface="+mj-lt"/>
                <a:ea typeface="+mj-lt"/>
                <a:cs typeface="+mj-lt"/>
              </a:defRPr>
            </a:lvl2pPr>
            <a:lvl3pPr marL="0" indent="0" algn="l">
              <a:lnSpc>
                <a:spcPct val="110000"/>
              </a:lnSpc>
              <a:spcBef>
                <a:spcPts val="0"/>
              </a:spcBef>
              <a:spcAft>
                <a:spcPts val="0"/>
              </a:spcAft>
              <a:buNone/>
              <a:defRPr sz="11585" b="1">
                <a:solidFill>
                  <a:schemeClr val="tx1"/>
                </a:solidFill>
                <a:latin typeface="+mj-lt"/>
                <a:ea typeface="+mj-lt"/>
                <a:cs typeface="+mj-lt"/>
              </a:defRPr>
            </a:lvl3pPr>
            <a:lvl4pPr marL="0" indent="0" algn="l">
              <a:lnSpc>
                <a:spcPct val="110000"/>
              </a:lnSpc>
              <a:spcBef>
                <a:spcPts val="0"/>
              </a:spcBef>
              <a:spcAft>
                <a:spcPts val="0"/>
              </a:spcAft>
              <a:buNone/>
              <a:defRPr sz="11585" b="1">
                <a:solidFill>
                  <a:schemeClr val="tx1"/>
                </a:solidFill>
                <a:latin typeface="+mj-lt"/>
                <a:ea typeface="+mj-lt"/>
                <a:cs typeface="+mj-lt"/>
              </a:defRPr>
            </a:lvl4pPr>
            <a:lvl5pPr marL="0" indent="0" algn="l">
              <a:lnSpc>
                <a:spcPct val="110000"/>
              </a:lnSpc>
              <a:spcBef>
                <a:spcPts val="0"/>
              </a:spcBef>
              <a:spcAft>
                <a:spcPts val="0"/>
              </a:spcAft>
              <a:buNone/>
              <a:defRPr sz="11585" b="1">
                <a:solidFill>
                  <a:schemeClr val="tx1"/>
                </a:solidFill>
                <a:latin typeface="+mj-lt"/>
                <a:ea typeface="+mj-lt"/>
                <a:cs typeface="+mj-lt"/>
              </a:defRPr>
            </a:lvl5pPr>
            <a:lvl6pPr marL="0" indent="0" algn="l">
              <a:lnSpc>
                <a:spcPct val="110000"/>
              </a:lnSpc>
              <a:spcBef>
                <a:spcPts val="0"/>
              </a:spcBef>
              <a:spcAft>
                <a:spcPts val="0"/>
              </a:spcAft>
              <a:buNone/>
              <a:defRPr sz="11585" b="1">
                <a:solidFill>
                  <a:schemeClr val="tx1"/>
                </a:solidFill>
                <a:latin typeface="+mj-lt"/>
                <a:ea typeface="+mj-lt"/>
                <a:cs typeface="+mj-lt"/>
              </a:defRPr>
            </a:lvl6pPr>
            <a:lvl7pPr marL="0" indent="0" algn="l">
              <a:lnSpc>
                <a:spcPct val="110000"/>
              </a:lnSpc>
              <a:spcBef>
                <a:spcPts val="0"/>
              </a:spcBef>
              <a:spcAft>
                <a:spcPts val="0"/>
              </a:spcAft>
              <a:buNone/>
              <a:defRPr sz="11585" b="1">
                <a:solidFill>
                  <a:schemeClr val="tx1"/>
                </a:solidFill>
                <a:latin typeface="+mj-lt"/>
                <a:ea typeface="+mj-lt"/>
                <a:cs typeface="+mj-lt"/>
              </a:defRPr>
            </a:lvl7pPr>
            <a:lvl8pPr marL="0" indent="0" algn="l">
              <a:lnSpc>
                <a:spcPct val="110000"/>
              </a:lnSpc>
              <a:spcBef>
                <a:spcPts val="0"/>
              </a:spcBef>
              <a:spcAft>
                <a:spcPts val="0"/>
              </a:spcAft>
              <a:buNone/>
              <a:defRPr sz="11585" b="1">
                <a:solidFill>
                  <a:schemeClr val="tx1"/>
                </a:solidFill>
                <a:latin typeface="+mj-lt"/>
                <a:ea typeface="+mj-lt"/>
                <a:cs typeface="+mj-lt"/>
              </a:defRPr>
            </a:lvl8pPr>
            <a:lvl9pPr marL="0" indent="0" algn="l">
              <a:lnSpc>
                <a:spcPct val="110000"/>
              </a:lnSpc>
              <a:spcBef>
                <a:spcPts val="0"/>
              </a:spcBef>
              <a:spcAft>
                <a:spcPts val="0"/>
              </a:spcAft>
              <a:buNone/>
              <a:defRPr sz="11585" b="1">
                <a:solidFill>
                  <a:schemeClr val="tx1"/>
                </a:solidFill>
                <a:latin typeface="+mj-lt"/>
                <a:ea typeface="+mj-lt"/>
                <a:cs typeface="+mj-lt"/>
              </a:defRPr>
            </a:lvl9pPr>
          </a:lstStyle>
          <a:p/>
        </p:txBody>
      </p:sp>
      <p:sp>
        <p:nvSpPr>
          <p:cNvPr id="2" name="Left column"/>
          <p:cNvSpPr>
            <a:spLocks noGrp="1"/>
          </p:cNvSpPr>
          <p:nvPr>
            <p:ph type="body" idx="1"/>
          </p:nvPr>
        </p:nvSpPr>
        <p:spPr>
          <a:xfrm>
            <a:off x="2407725" y="8410000"/>
            <a:ext cx="17656650" cy="18838400"/>
          </a:xfrm>
          <a:prstGeom prst="rect">
            <a:avLst/>
          </a:prstGeom>
          <a:noFill/>
          <a:ln>
            <a:noFill/>
            <a:prstDash val="solid"/>
          </a:ln>
        </p:spPr>
        <p:txBody>
          <a:bodyPr wrap="square" lIns="0" tIns="0" rIns="0" bIns="0" anchor="t">
            <a:normAutofit/>
          </a:bodyPr>
          <a:lstStyle>
            <a:defPPr algn="l">
              <a:defRPr sz="7375" b="0">
                <a:solidFill>
                  <a:schemeClr val="tx1"/>
                </a:solidFill>
                <a:latin typeface="+mn-lt"/>
                <a:ea typeface="+mn-lt"/>
                <a:cs typeface="+mn-lt"/>
              </a:defRPr>
            </a:defPPr>
            <a:lvl1pPr marL="802640" indent="-802640" algn="l">
              <a:lnSpc>
                <a:spcPct val="110000"/>
              </a:lnSpc>
              <a:spcBef>
                <a:spcPts val="0"/>
              </a:spcBef>
              <a:spcAft>
                <a:spcPts val="4215"/>
              </a:spcAft>
              <a:buChar char="•"/>
              <a:defRPr sz="7375" b="0">
                <a:solidFill>
                  <a:schemeClr val="tx1"/>
                </a:solidFill>
                <a:latin typeface="+mn-lt"/>
                <a:ea typeface="+mn-lt"/>
                <a:cs typeface="+mn-lt"/>
              </a:defRPr>
            </a:lvl1pPr>
            <a:lvl2pPr marL="1872615" indent="-802640" algn="l">
              <a:lnSpc>
                <a:spcPct val="110000"/>
              </a:lnSpc>
              <a:spcBef>
                <a:spcPts val="0"/>
              </a:spcBef>
              <a:spcAft>
                <a:spcPts val="4215"/>
              </a:spcAft>
              <a:buChar char="•"/>
              <a:defRPr sz="7375" b="0">
                <a:solidFill>
                  <a:schemeClr val="tx1"/>
                </a:solidFill>
                <a:latin typeface="+mn-lt"/>
                <a:ea typeface="+mn-lt"/>
                <a:cs typeface="+mn-lt"/>
              </a:defRPr>
            </a:lvl2pPr>
            <a:lvl3pPr marL="2942590" indent="-802640" algn="l">
              <a:lnSpc>
                <a:spcPct val="110000"/>
              </a:lnSpc>
              <a:spcBef>
                <a:spcPts val="0"/>
              </a:spcBef>
              <a:spcAft>
                <a:spcPts val="4215"/>
              </a:spcAft>
              <a:buChar char="•"/>
              <a:defRPr sz="7375" b="0">
                <a:solidFill>
                  <a:schemeClr val="tx1"/>
                </a:solidFill>
                <a:latin typeface="+mn-lt"/>
                <a:ea typeface="+mn-lt"/>
                <a:cs typeface="+mn-lt"/>
              </a:defRPr>
            </a:lvl3pPr>
            <a:lvl4pPr marL="4012565" indent="-802640" algn="l">
              <a:lnSpc>
                <a:spcPct val="110000"/>
              </a:lnSpc>
              <a:spcBef>
                <a:spcPts val="0"/>
              </a:spcBef>
              <a:spcAft>
                <a:spcPts val="4215"/>
              </a:spcAft>
              <a:buChar char="•"/>
              <a:defRPr sz="7375" b="0">
                <a:solidFill>
                  <a:schemeClr val="tx1"/>
                </a:solidFill>
                <a:latin typeface="+mn-lt"/>
                <a:ea typeface="+mn-lt"/>
                <a:cs typeface="+mn-lt"/>
              </a:defRPr>
            </a:lvl4pPr>
            <a:lvl5pPr marL="5083175" indent="-802640" algn="l">
              <a:lnSpc>
                <a:spcPct val="110000"/>
              </a:lnSpc>
              <a:spcBef>
                <a:spcPts val="0"/>
              </a:spcBef>
              <a:spcAft>
                <a:spcPts val="4215"/>
              </a:spcAft>
              <a:buChar char="•"/>
              <a:defRPr sz="7375" b="0">
                <a:solidFill>
                  <a:schemeClr val="tx1"/>
                </a:solidFill>
                <a:latin typeface="+mn-lt"/>
                <a:ea typeface="+mn-lt"/>
                <a:cs typeface="+mn-lt"/>
              </a:defRPr>
            </a:lvl5pPr>
            <a:lvl6pPr marL="6153150" indent="-802640" algn="l">
              <a:lnSpc>
                <a:spcPct val="110000"/>
              </a:lnSpc>
              <a:spcBef>
                <a:spcPts val="0"/>
              </a:spcBef>
              <a:spcAft>
                <a:spcPts val="4215"/>
              </a:spcAft>
              <a:buChar char="•"/>
              <a:defRPr sz="7375" b="0">
                <a:solidFill>
                  <a:schemeClr val="tx1"/>
                </a:solidFill>
                <a:latin typeface="+mn-lt"/>
                <a:ea typeface="+mn-lt"/>
                <a:cs typeface="+mn-lt"/>
              </a:defRPr>
            </a:lvl6pPr>
            <a:lvl7pPr marL="7223125" indent="-802640" algn="l">
              <a:lnSpc>
                <a:spcPct val="110000"/>
              </a:lnSpc>
              <a:spcBef>
                <a:spcPts val="0"/>
              </a:spcBef>
              <a:spcAft>
                <a:spcPts val="4215"/>
              </a:spcAft>
              <a:buChar char="•"/>
              <a:defRPr sz="7375" b="0">
                <a:solidFill>
                  <a:schemeClr val="tx1"/>
                </a:solidFill>
                <a:latin typeface="+mn-lt"/>
                <a:ea typeface="+mn-lt"/>
                <a:cs typeface="+mn-lt"/>
              </a:defRPr>
            </a:lvl7pPr>
            <a:lvl8pPr marL="8293100" indent="-802640" algn="l">
              <a:lnSpc>
                <a:spcPct val="110000"/>
              </a:lnSpc>
              <a:spcBef>
                <a:spcPts val="0"/>
              </a:spcBef>
              <a:spcAft>
                <a:spcPts val="4215"/>
              </a:spcAft>
              <a:buChar char="•"/>
              <a:defRPr sz="7375" b="0">
                <a:solidFill>
                  <a:schemeClr val="tx1"/>
                </a:solidFill>
                <a:latin typeface="+mn-lt"/>
                <a:ea typeface="+mn-lt"/>
                <a:cs typeface="+mn-lt"/>
              </a:defRPr>
            </a:lvl8pPr>
            <a:lvl9pPr marL="9363075" indent="-802640" algn="l">
              <a:lnSpc>
                <a:spcPct val="110000"/>
              </a:lnSpc>
              <a:spcBef>
                <a:spcPts val="0"/>
              </a:spcBef>
              <a:spcAft>
                <a:spcPts val="4215"/>
              </a:spcAft>
              <a:buChar char="•"/>
              <a:defRPr sz="7375" b="0">
                <a:solidFill>
                  <a:schemeClr val="tx1"/>
                </a:solidFill>
                <a:latin typeface="+mn-lt"/>
                <a:ea typeface="+mn-lt"/>
                <a:cs typeface="+mn-lt"/>
              </a:defRPr>
            </a:lvl9pPr>
          </a:lstStyle>
          <a:p/>
        </p:txBody>
      </p:sp>
      <p:sp>
        <p:nvSpPr>
          <p:cNvPr id="3" name="Right column"/>
          <p:cNvSpPr>
            <a:spLocks noGrp="1"/>
          </p:cNvSpPr>
          <p:nvPr>
            <p:ph type="body" idx="2"/>
          </p:nvPr>
        </p:nvSpPr>
        <p:spPr>
          <a:xfrm>
            <a:off x="22739625" y="8410000"/>
            <a:ext cx="17656650" cy="18838400"/>
          </a:xfrm>
          <a:prstGeom prst="rect">
            <a:avLst/>
          </a:prstGeom>
          <a:noFill/>
          <a:ln>
            <a:noFill/>
            <a:prstDash val="solid"/>
          </a:ln>
        </p:spPr>
        <p:txBody>
          <a:bodyPr wrap="square" lIns="0" tIns="0" rIns="0" bIns="0" anchor="t">
            <a:normAutofit/>
          </a:bodyPr>
          <a:lstStyle>
            <a:defPPr algn="l">
              <a:defRPr sz="7375" b="0">
                <a:solidFill>
                  <a:schemeClr val="tx1"/>
                </a:solidFill>
                <a:latin typeface="+mn-lt"/>
                <a:ea typeface="+mn-lt"/>
                <a:cs typeface="+mn-lt"/>
              </a:defRPr>
            </a:defPPr>
            <a:lvl1pPr marL="802640" indent="-802640" algn="l">
              <a:lnSpc>
                <a:spcPct val="110000"/>
              </a:lnSpc>
              <a:spcBef>
                <a:spcPts val="0"/>
              </a:spcBef>
              <a:spcAft>
                <a:spcPts val="4215"/>
              </a:spcAft>
              <a:buChar char="•"/>
              <a:defRPr sz="7375" b="0">
                <a:solidFill>
                  <a:schemeClr val="tx1"/>
                </a:solidFill>
                <a:latin typeface="+mn-lt"/>
                <a:ea typeface="+mn-lt"/>
                <a:cs typeface="+mn-lt"/>
              </a:defRPr>
            </a:lvl1pPr>
            <a:lvl2pPr marL="1872615" indent="-802640" algn="l">
              <a:lnSpc>
                <a:spcPct val="110000"/>
              </a:lnSpc>
              <a:spcBef>
                <a:spcPts val="0"/>
              </a:spcBef>
              <a:spcAft>
                <a:spcPts val="4215"/>
              </a:spcAft>
              <a:buChar char="•"/>
              <a:defRPr sz="7375" b="0">
                <a:solidFill>
                  <a:schemeClr val="tx1"/>
                </a:solidFill>
                <a:latin typeface="+mn-lt"/>
                <a:ea typeface="+mn-lt"/>
                <a:cs typeface="+mn-lt"/>
              </a:defRPr>
            </a:lvl2pPr>
            <a:lvl3pPr marL="2942590" indent="-802640" algn="l">
              <a:lnSpc>
                <a:spcPct val="110000"/>
              </a:lnSpc>
              <a:spcBef>
                <a:spcPts val="0"/>
              </a:spcBef>
              <a:spcAft>
                <a:spcPts val="4215"/>
              </a:spcAft>
              <a:buChar char="•"/>
              <a:defRPr sz="7375" b="0">
                <a:solidFill>
                  <a:schemeClr val="tx1"/>
                </a:solidFill>
                <a:latin typeface="+mn-lt"/>
                <a:ea typeface="+mn-lt"/>
                <a:cs typeface="+mn-lt"/>
              </a:defRPr>
            </a:lvl3pPr>
            <a:lvl4pPr marL="4012565" indent="-802640" algn="l">
              <a:lnSpc>
                <a:spcPct val="110000"/>
              </a:lnSpc>
              <a:spcBef>
                <a:spcPts val="0"/>
              </a:spcBef>
              <a:spcAft>
                <a:spcPts val="4215"/>
              </a:spcAft>
              <a:buChar char="•"/>
              <a:defRPr sz="7375" b="0">
                <a:solidFill>
                  <a:schemeClr val="tx1"/>
                </a:solidFill>
                <a:latin typeface="+mn-lt"/>
                <a:ea typeface="+mn-lt"/>
                <a:cs typeface="+mn-lt"/>
              </a:defRPr>
            </a:lvl4pPr>
            <a:lvl5pPr marL="5083175" indent="-802640" algn="l">
              <a:lnSpc>
                <a:spcPct val="110000"/>
              </a:lnSpc>
              <a:spcBef>
                <a:spcPts val="0"/>
              </a:spcBef>
              <a:spcAft>
                <a:spcPts val="4215"/>
              </a:spcAft>
              <a:buChar char="•"/>
              <a:defRPr sz="7375" b="0">
                <a:solidFill>
                  <a:schemeClr val="tx1"/>
                </a:solidFill>
                <a:latin typeface="+mn-lt"/>
                <a:ea typeface="+mn-lt"/>
                <a:cs typeface="+mn-lt"/>
              </a:defRPr>
            </a:lvl5pPr>
            <a:lvl6pPr marL="6153150" indent="-802640" algn="l">
              <a:lnSpc>
                <a:spcPct val="110000"/>
              </a:lnSpc>
              <a:spcBef>
                <a:spcPts val="0"/>
              </a:spcBef>
              <a:spcAft>
                <a:spcPts val="4215"/>
              </a:spcAft>
              <a:buChar char="•"/>
              <a:defRPr sz="7375" b="0">
                <a:solidFill>
                  <a:schemeClr val="tx1"/>
                </a:solidFill>
                <a:latin typeface="+mn-lt"/>
                <a:ea typeface="+mn-lt"/>
                <a:cs typeface="+mn-lt"/>
              </a:defRPr>
            </a:lvl6pPr>
            <a:lvl7pPr marL="7223125" indent="-802640" algn="l">
              <a:lnSpc>
                <a:spcPct val="110000"/>
              </a:lnSpc>
              <a:spcBef>
                <a:spcPts val="0"/>
              </a:spcBef>
              <a:spcAft>
                <a:spcPts val="4215"/>
              </a:spcAft>
              <a:buChar char="•"/>
              <a:defRPr sz="7375" b="0">
                <a:solidFill>
                  <a:schemeClr val="tx1"/>
                </a:solidFill>
                <a:latin typeface="+mn-lt"/>
                <a:ea typeface="+mn-lt"/>
                <a:cs typeface="+mn-lt"/>
              </a:defRPr>
            </a:lvl7pPr>
            <a:lvl8pPr marL="8293100" indent="-802640" algn="l">
              <a:lnSpc>
                <a:spcPct val="110000"/>
              </a:lnSpc>
              <a:spcBef>
                <a:spcPts val="0"/>
              </a:spcBef>
              <a:spcAft>
                <a:spcPts val="4215"/>
              </a:spcAft>
              <a:buChar char="•"/>
              <a:defRPr sz="7375" b="0">
                <a:solidFill>
                  <a:schemeClr val="tx1"/>
                </a:solidFill>
                <a:latin typeface="+mn-lt"/>
                <a:ea typeface="+mn-lt"/>
                <a:cs typeface="+mn-lt"/>
              </a:defRPr>
            </a:lvl8pPr>
            <a:lvl9pPr marL="9363075" indent="-802640" algn="l">
              <a:lnSpc>
                <a:spcPct val="110000"/>
              </a:lnSpc>
              <a:spcBef>
                <a:spcPts val="0"/>
              </a:spcBef>
              <a:spcAft>
                <a:spcPts val="4215"/>
              </a:spcAft>
              <a:buChar char="•"/>
              <a:defRPr sz="7375" b="0">
                <a:solidFill>
                  <a:schemeClr val="tx1"/>
                </a:solidFill>
                <a:latin typeface="+mn-lt"/>
                <a:ea typeface="+mn-lt"/>
                <a:cs typeface="+mn-lt"/>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cSld name="Title and One Column">
    <p:spTree>
      <p:nvGrpSpPr>
        <p:cNvPr id="1" name=""/>
        <p:cNvGrpSpPr/>
        <p:nvPr/>
      </p:nvGrpSpPr>
      <p:grpSpPr/>
      <p:sp>
        <p:nvSpPr>
          <p:cNvPr id="3" name="Title"/>
          <p:cNvSpPr>
            <a:spLocks noGrp="1"/>
          </p:cNvSpPr>
          <p:nvPr>
            <p:ph type="title"/>
          </p:nvPr>
        </p:nvSpPr>
        <p:spPr>
          <a:xfrm>
            <a:off x="2407725" y="2354800"/>
            <a:ext cx="37988550" cy="3700400"/>
          </a:xfrm>
          <a:prstGeom prst="rect">
            <a:avLst/>
          </a:prstGeom>
          <a:noFill/>
          <a:ln>
            <a:noFill/>
            <a:prstDash val="solid"/>
          </a:ln>
        </p:spPr>
        <p:txBody>
          <a:bodyPr wrap="square" lIns="0" tIns="0" rIns="0" bIns="0" anchor="t">
            <a:normAutofit/>
          </a:bodyPr>
          <a:lstStyle>
            <a:defPPr algn="l">
              <a:defRPr sz="11585" b="1">
                <a:solidFill>
                  <a:schemeClr val="tx1"/>
                </a:solidFill>
                <a:latin typeface="+mj-lt"/>
                <a:ea typeface="+mj-lt"/>
                <a:cs typeface="+mj-lt"/>
              </a:defRPr>
            </a:defPPr>
            <a:lvl1pPr marL="0" indent="0" algn="l">
              <a:lnSpc>
                <a:spcPct val="110000"/>
              </a:lnSpc>
              <a:spcBef>
                <a:spcPts val="0"/>
              </a:spcBef>
              <a:spcAft>
                <a:spcPts val="0"/>
              </a:spcAft>
              <a:buNone/>
              <a:defRPr sz="11585" b="1">
                <a:solidFill>
                  <a:schemeClr val="tx1"/>
                </a:solidFill>
                <a:latin typeface="+mj-lt"/>
                <a:ea typeface="+mj-lt"/>
                <a:cs typeface="+mj-lt"/>
              </a:defRPr>
            </a:lvl1pPr>
            <a:lvl2pPr marL="0" indent="0" algn="l">
              <a:lnSpc>
                <a:spcPct val="110000"/>
              </a:lnSpc>
              <a:spcBef>
                <a:spcPts val="0"/>
              </a:spcBef>
              <a:spcAft>
                <a:spcPts val="0"/>
              </a:spcAft>
              <a:buNone/>
              <a:defRPr sz="11585" b="1">
                <a:solidFill>
                  <a:schemeClr val="tx1"/>
                </a:solidFill>
                <a:latin typeface="+mj-lt"/>
                <a:ea typeface="+mj-lt"/>
                <a:cs typeface="+mj-lt"/>
              </a:defRPr>
            </a:lvl2pPr>
            <a:lvl3pPr marL="0" indent="0" algn="l">
              <a:lnSpc>
                <a:spcPct val="110000"/>
              </a:lnSpc>
              <a:spcBef>
                <a:spcPts val="0"/>
              </a:spcBef>
              <a:spcAft>
                <a:spcPts val="0"/>
              </a:spcAft>
              <a:buNone/>
              <a:defRPr sz="11585" b="1">
                <a:solidFill>
                  <a:schemeClr val="tx1"/>
                </a:solidFill>
                <a:latin typeface="+mj-lt"/>
                <a:ea typeface="+mj-lt"/>
                <a:cs typeface="+mj-lt"/>
              </a:defRPr>
            </a:lvl3pPr>
            <a:lvl4pPr marL="0" indent="0" algn="l">
              <a:lnSpc>
                <a:spcPct val="110000"/>
              </a:lnSpc>
              <a:spcBef>
                <a:spcPts val="0"/>
              </a:spcBef>
              <a:spcAft>
                <a:spcPts val="0"/>
              </a:spcAft>
              <a:buNone/>
              <a:defRPr sz="11585" b="1">
                <a:solidFill>
                  <a:schemeClr val="tx1"/>
                </a:solidFill>
                <a:latin typeface="+mj-lt"/>
                <a:ea typeface="+mj-lt"/>
                <a:cs typeface="+mj-lt"/>
              </a:defRPr>
            </a:lvl4pPr>
            <a:lvl5pPr marL="0" indent="0" algn="l">
              <a:lnSpc>
                <a:spcPct val="110000"/>
              </a:lnSpc>
              <a:spcBef>
                <a:spcPts val="0"/>
              </a:spcBef>
              <a:spcAft>
                <a:spcPts val="0"/>
              </a:spcAft>
              <a:buNone/>
              <a:defRPr sz="11585" b="1">
                <a:solidFill>
                  <a:schemeClr val="tx1"/>
                </a:solidFill>
                <a:latin typeface="+mj-lt"/>
                <a:ea typeface="+mj-lt"/>
                <a:cs typeface="+mj-lt"/>
              </a:defRPr>
            </a:lvl5pPr>
            <a:lvl6pPr marL="0" indent="0" algn="l">
              <a:lnSpc>
                <a:spcPct val="110000"/>
              </a:lnSpc>
              <a:spcBef>
                <a:spcPts val="0"/>
              </a:spcBef>
              <a:spcAft>
                <a:spcPts val="0"/>
              </a:spcAft>
              <a:buNone/>
              <a:defRPr sz="11585" b="1">
                <a:solidFill>
                  <a:schemeClr val="tx1"/>
                </a:solidFill>
                <a:latin typeface="+mj-lt"/>
                <a:ea typeface="+mj-lt"/>
                <a:cs typeface="+mj-lt"/>
              </a:defRPr>
            </a:lvl6pPr>
            <a:lvl7pPr marL="0" indent="0" algn="l">
              <a:lnSpc>
                <a:spcPct val="110000"/>
              </a:lnSpc>
              <a:spcBef>
                <a:spcPts val="0"/>
              </a:spcBef>
              <a:spcAft>
                <a:spcPts val="0"/>
              </a:spcAft>
              <a:buNone/>
              <a:defRPr sz="11585" b="1">
                <a:solidFill>
                  <a:schemeClr val="tx1"/>
                </a:solidFill>
                <a:latin typeface="+mj-lt"/>
                <a:ea typeface="+mj-lt"/>
                <a:cs typeface="+mj-lt"/>
              </a:defRPr>
            </a:lvl7pPr>
            <a:lvl8pPr marL="0" indent="0" algn="l">
              <a:lnSpc>
                <a:spcPct val="110000"/>
              </a:lnSpc>
              <a:spcBef>
                <a:spcPts val="0"/>
              </a:spcBef>
              <a:spcAft>
                <a:spcPts val="0"/>
              </a:spcAft>
              <a:buNone/>
              <a:defRPr sz="11585" b="1">
                <a:solidFill>
                  <a:schemeClr val="tx1"/>
                </a:solidFill>
                <a:latin typeface="+mj-lt"/>
                <a:ea typeface="+mj-lt"/>
                <a:cs typeface="+mj-lt"/>
              </a:defRPr>
            </a:lvl8pPr>
            <a:lvl9pPr marL="0" indent="0" algn="l">
              <a:lnSpc>
                <a:spcPct val="110000"/>
              </a:lnSpc>
              <a:spcBef>
                <a:spcPts val="0"/>
              </a:spcBef>
              <a:spcAft>
                <a:spcPts val="0"/>
              </a:spcAft>
              <a:buNone/>
              <a:defRPr sz="11585" b="1">
                <a:solidFill>
                  <a:schemeClr val="tx1"/>
                </a:solidFill>
                <a:latin typeface="+mj-lt"/>
                <a:ea typeface="+mj-lt"/>
                <a:cs typeface="+mj-lt"/>
              </a:defRPr>
            </a:lvl9pPr>
          </a:lstStyle>
          <a:p/>
        </p:txBody>
      </p:sp>
      <p:sp>
        <p:nvSpPr>
          <p:cNvPr id="2" name="Left column"/>
          <p:cNvSpPr>
            <a:spLocks noGrp="1"/>
          </p:cNvSpPr>
          <p:nvPr>
            <p:ph type="body" idx="1"/>
          </p:nvPr>
        </p:nvSpPr>
        <p:spPr>
          <a:xfrm>
            <a:off x="2407725" y="8410000"/>
            <a:ext cx="17656650" cy="18838400"/>
          </a:xfrm>
          <a:prstGeom prst="rect">
            <a:avLst/>
          </a:prstGeom>
          <a:noFill/>
          <a:ln>
            <a:noFill/>
            <a:prstDash val="solid"/>
          </a:ln>
        </p:spPr>
        <p:txBody>
          <a:bodyPr wrap="square" lIns="0" tIns="0" rIns="0" bIns="0" anchor="t">
            <a:normAutofit/>
          </a:bodyPr>
          <a:lstStyle>
            <a:defPPr algn="l">
              <a:defRPr sz="7900" b="0">
                <a:solidFill>
                  <a:schemeClr val="tx1"/>
                </a:solidFill>
                <a:latin typeface="+mn-lt"/>
                <a:ea typeface="+mn-lt"/>
                <a:cs typeface="+mn-lt"/>
              </a:defRPr>
            </a:defPPr>
            <a:lvl1pPr marL="802640" indent="-802640" algn="l">
              <a:lnSpc>
                <a:spcPct val="110000"/>
              </a:lnSpc>
              <a:spcBef>
                <a:spcPts val="0"/>
              </a:spcBef>
              <a:spcAft>
                <a:spcPts val="4215"/>
              </a:spcAft>
              <a:buChar char="•"/>
              <a:defRPr sz="7900" b="0">
                <a:solidFill>
                  <a:schemeClr val="tx1"/>
                </a:solidFill>
                <a:latin typeface="+mn-lt"/>
                <a:ea typeface="+mn-lt"/>
                <a:cs typeface="+mn-lt"/>
              </a:defRPr>
            </a:lvl1pPr>
            <a:lvl2pPr marL="1872615" indent="-802640" algn="l">
              <a:lnSpc>
                <a:spcPct val="110000"/>
              </a:lnSpc>
              <a:spcBef>
                <a:spcPts val="0"/>
              </a:spcBef>
              <a:spcAft>
                <a:spcPts val="4215"/>
              </a:spcAft>
              <a:buChar char="•"/>
              <a:defRPr sz="7900" b="0">
                <a:solidFill>
                  <a:schemeClr val="tx1"/>
                </a:solidFill>
                <a:latin typeface="+mn-lt"/>
                <a:ea typeface="+mn-lt"/>
                <a:cs typeface="+mn-lt"/>
              </a:defRPr>
            </a:lvl2pPr>
            <a:lvl3pPr marL="2942590" indent="-802640" algn="l">
              <a:lnSpc>
                <a:spcPct val="110000"/>
              </a:lnSpc>
              <a:spcBef>
                <a:spcPts val="0"/>
              </a:spcBef>
              <a:spcAft>
                <a:spcPts val="4215"/>
              </a:spcAft>
              <a:buChar char="•"/>
              <a:defRPr sz="7900" b="0">
                <a:solidFill>
                  <a:schemeClr val="tx1"/>
                </a:solidFill>
                <a:latin typeface="+mn-lt"/>
                <a:ea typeface="+mn-lt"/>
                <a:cs typeface="+mn-lt"/>
              </a:defRPr>
            </a:lvl3pPr>
            <a:lvl4pPr marL="4012565" indent="-802640" algn="l">
              <a:lnSpc>
                <a:spcPct val="110000"/>
              </a:lnSpc>
              <a:spcBef>
                <a:spcPts val="0"/>
              </a:spcBef>
              <a:spcAft>
                <a:spcPts val="4215"/>
              </a:spcAft>
              <a:buChar char="•"/>
              <a:defRPr sz="7900" b="0">
                <a:solidFill>
                  <a:schemeClr val="tx1"/>
                </a:solidFill>
                <a:latin typeface="+mn-lt"/>
                <a:ea typeface="+mn-lt"/>
                <a:cs typeface="+mn-lt"/>
              </a:defRPr>
            </a:lvl4pPr>
            <a:lvl5pPr marL="5083175" indent="-802640" algn="l">
              <a:lnSpc>
                <a:spcPct val="110000"/>
              </a:lnSpc>
              <a:spcBef>
                <a:spcPts val="0"/>
              </a:spcBef>
              <a:spcAft>
                <a:spcPts val="4215"/>
              </a:spcAft>
              <a:buChar char="•"/>
              <a:defRPr sz="7900" b="0">
                <a:solidFill>
                  <a:schemeClr val="tx1"/>
                </a:solidFill>
                <a:latin typeface="+mn-lt"/>
                <a:ea typeface="+mn-lt"/>
                <a:cs typeface="+mn-lt"/>
              </a:defRPr>
            </a:lvl5pPr>
            <a:lvl6pPr marL="6153150" indent="-802640" algn="l">
              <a:lnSpc>
                <a:spcPct val="110000"/>
              </a:lnSpc>
              <a:spcBef>
                <a:spcPts val="0"/>
              </a:spcBef>
              <a:spcAft>
                <a:spcPts val="4215"/>
              </a:spcAft>
              <a:buChar char="•"/>
              <a:defRPr sz="7900" b="0">
                <a:solidFill>
                  <a:schemeClr val="tx1"/>
                </a:solidFill>
                <a:latin typeface="+mn-lt"/>
                <a:ea typeface="+mn-lt"/>
                <a:cs typeface="+mn-lt"/>
              </a:defRPr>
            </a:lvl6pPr>
            <a:lvl7pPr marL="7223125" indent="-802640" algn="l">
              <a:lnSpc>
                <a:spcPct val="110000"/>
              </a:lnSpc>
              <a:spcBef>
                <a:spcPts val="0"/>
              </a:spcBef>
              <a:spcAft>
                <a:spcPts val="4215"/>
              </a:spcAft>
              <a:buChar char="•"/>
              <a:defRPr sz="7900" b="0">
                <a:solidFill>
                  <a:schemeClr val="tx1"/>
                </a:solidFill>
                <a:latin typeface="+mn-lt"/>
                <a:ea typeface="+mn-lt"/>
                <a:cs typeface="+mn-lt"/>
              </a:defRPr>
            </a:lvl7pPr>
            <a:lvl8pPr marL="8293100" indent="-802640" algn="l">
              <a:lnSpc>
                <a:spcPct val="110000"/>
              </a:lnSpc>
              <a:spcBef>
                <a:spcPts val="0"/>
              </a:spcBef>
              <a:spcAft>
                <a:spcPts val="4215"/>
              </a:spcAft>
              <a:buChar char="•"/>
              <a:defRPr sz="7900" b="0">
                <a:solidFill>
                  <a:schemeClr val="tx1"/>
                </a:solidFill>
                <a:latin typeface="+mn-lt"/>
                <a:ea typeface="+mn-lt"/>
                <a:cs typeface="+mn-lt"/>
              </a:defRPr>
            </a:lvl8pPr>
            <a:lvl9pPr marL="9363075" indent="-802640" algn="l">
              <a:lnSpc>
                <a:spcPct val="110000"/>
              </a:lnSpc>
              <a:spcBef>
                <a:spcPts val="0"/>
              </a:spcBef>
              <a:spcAft>
                <a:spcPts val="4215"/>
              </a:spcAft>
              <a:buChar char="•"/>
              <a:defRPr sz="7900" b="0">
                <a:solidFill>
                  <a:schemeClr val="tx1"/>
                </a:solidFill>
                <a:latin typeface="+mn-lt"/>
                <a:ea typeface="+mn-lt"/>
                <a:cs typeface="+mn-lt"/>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blank">
  <p:cSld name="Blank">
    <p:spTree>
      <p:nvGrpSpPr>
        <p:cNvPr id="1" name=""/>
        <p:cNvGrpSpPr/>
        <p:nvPr/>
      </p:nvGrpSpPr>
      <p:grpSpPr/>
    </p:spTree>
  </p:cSld>
  <p:clrMapOvr>
    <a:masterClrMapping/>
  </p:clrMapOvr>
</p:sldLayout>
</file>

<file path=ppt/slideMasters/_rels/slideMaster1.xml.rels><?xml version="1.0" encoding="UTF-8" standalone="yes"?>
<Relationships xmlns="http://schemas.openxmlformats.org/package/2006/relationships"><Relationship Id="rId7" Type="http://schemas.openxmlformats.org/officeDocument/2006/relationships/theme" Target="../theme/theme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6.xml"/><Relationship Id="rId7" Type="http://schemas.openxmlformats.org/officeDocument/2006/relationships/hyperlink" Target="https://huggingface.co/spaces/dku-comsci-econ206-2026/Final_Zhenning_Qianshuo_PM_Bid" TargetMode="External"/><Relationship Id="rId6" Type="http://schemas.openxmlformats.org/officeDocument/2006/relationships/hyperlink" Target="https://colab.research.google.com/drive/1I-J52wxGaAIwJK_LjtghBnXS2GxY0U2V" TargetMode="External"/><Relationship Id="rId5" Type="http://schemas.openxmlformats.org/officeDocument/2006/relationships/hyperlink" Target="https://github.com/dku-comsci-econ206-Autumn2026/PS2_FP8_Qianshuo_Zhenning" TargetMode="External"/><Relationship Id="rId4" Type="http://schemas.openxmlformats.org/officeDocument/2006/relationships/image" Target="../media/image3.png"/><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chart" Target="../charts/char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p:grpSp>
        <p:nvGrpSpPr>
          <p:cNvPr id="138" name="组合 137"/>
          <p:cNvGrpSpPr/>
          <p:nvPr/>
        </p:nvGrpSpPr>
        <p:grpSpPr>
          <a:xfrm>
            <a:off x="0" y="0"/>
            <a:ext cx="42804000" cy="30270450"/>
            <a:chOff x="0" y="0"/>
            <a:chExt cx="67408" cy="47670"/>
          </a:xfrm>
        </p:grpSpPr>
        <p:cxnSp>
          <p:nvCxnSpPr>
            <p:cNvPr id="119" name="直接箭头连接符 118"/>
            <p:cNvCxnSpPr>
              <a:stCxn id="114" idx="3"/>
              <a:endCxn id="116" idx="1"/>
            </p:cNvCxnSpPr>
            <p:nvPr/>
          </p:nvCxnSpPr>
          <p:spPr>
            <a:xfrm>
              <a:off x="58489" y="36038"/>
              <a:ext cx="600" cy="0"/>
            </a:xfrm>
            <a:prstGeom prst="straightConnector1">
              <a:avLst/>
            </a:prstGeom>
            <a:ln w="28575">
              <a:solidFill>
                <a:srgbClr val="087F82"/>
              </a:solidFill>
              <a:tailEnd type="arrow" w="med" len="med"/>
            </a:ln>
          </p:spPr>
        </p:cxnSp>
        <p:cxnSp>
          <p:nvCxnSpPr>
            <p:cNvPr id="118" name="直接箭头连接符 117"/>
            <p:cNvCxnSpPr>
              <a:stCxn id="112" idx="3"/>
              <a:endCxn id="114" idx="1"/>
            </p:cNvCxnSpPr>
            <p:nvPr/>
          </p:nvCxnSpPr>
          <p:spPr>
            <a:xfrm>
              <a:off x="51289" y="36038"/>
              <a:ext cx="600" cy="0"/>
            </a:xfrm>
            <a:prstGeom prst="straightConnector1">
              <a:avLst/>
            </a:prstGeom>
            <a:ln w="28575">
              <a:solidFill>
                <a:srgbClr val="087F82"/>
              </a:solidFill>
              <a:tailEnd type="arrow" w="med" len="med"/>
            </a:ln>
          </p:spPr>
        </p:cxnSp>
        <p:cxnSp>
          <p:nvCxnSpPr>
            <p:cNvPr id="111" name="直接箭头连接符 110"/>
            <p:cNvCxnSpPr>
              <a:stCxn id="106" idx="3"/>
              <a:endCxn id="108" idx="1"/>
            </p:cNvCxnSpPr>
            <p:nvPr/>
          </p:nvCxnSpPr>
          <p:spPr>
            <a:xfrm>
              <a:off x="58489" y="33938"/>
              <a:ext cx="600" cy="0"/>
            </a:xfrm>
            <a:prstGeom prst="straightConnector1">
              <a:avLst/>
            </a:prstGeom>
            <a:ln w="28575">
              <a:solidFill>
                <a:srgbClr val="087F82"/>
              </a:solidFill>
              <a:tailEnd type="arrow" w="med" len="med"/>
            </a:ln>
          </p:spPr>
        </p:cxnSp>
        <p:cxnSp>
          <p:nvCxnSpPr>
            <p:cNvPr id="110" name="直接箭头连接符 109"/>
            <p:cNvCxnSpPr>
              <a:stCxn id="104" idx="3"/>
              <a:endCxn id="106" idx="1"/>
            </p:cNvCxnSpPr>
            <p:nvPr/>
          </p:nvCxnSpPr>
          <p:spPr>
            <a:xfrm>
              <a:off x="51289" y="33938"/>
              <a:ext cx="600" cy="0"/>
            </a:xfrm>
            <a:prstGeom prst="straightConnector1">
              <a:avLst/>
            </a:prstGeom>
            <a:ln w="28575">
              <a:solidFill>
                <a:srgbClr val="087F82"/>
              </a:solidFill>
              <a:tailEnd type="arrow" w="med" len="med"/>
            </a:ln>
          </p:spPr>
        </p:cxnSp>
        <p:cxnSp>
          <p:nvCxnSpPr>
            <p:cNvPr id="103" name="直接箭头连接符 102"/>
            <p:cNvCxnSpPr>
              <a:stCxn id="98" idx="3"/>
              <a:endCxn id="100" idx="1"/>
            </p:cNvCxnSpPr>
            <p:nvPr/>
          </p:nvCxnSpPr>
          <p:spPr>
            <a:xfrm>
              <a:off x="58489" y="31838"/>
              <a:ext cx="600" cy="0"/>
            </a:xfrm>
            <a:prstGeom prst="straightConnector1">
              <a:avLst/>
            </a:prstGeom>
            <a:ln w="28575">
              <a:solidFill>
                <a:srgbClr val="087F82"/>
              </a:solidFill>
              <a:tailEnd type="arrow" w="med" len="med"/>
            </a:ln>
          </p:spPr>
        </p:cxnSp>
        <p:cxnSp>
          <p:nvCxnSpPr>
            <p:cNvPr id="102" name="直接箭头连接符 101"/>
            <p:cNvCxnSpPr>
              <a:stCxn id="96" idx="3"/>
              <a:endCxn id="98" idx="1"/>
            </p:cNvCxnSpPr>
            <p:nvPr/>
          </p:nvCxnSpPr>
          <p:spPr>
            <a:xfrm>
              <a:off x="51289" y="31838"/>
              <a:ext cx="600" cy="0"/>
            </a:xfrm>
            <a:prstGeom prst="straightConnector1">
              <a:avLst/>
            </a:prstGeom>
            <a:ln w="28575">
              <a:solidFill>
                <a:srgbClr val="087F82"/>
              </a:solidFill>
              <a:tailEnd type="arrow" w="med" len="med"/>
            </a:ln>
          </p:spPr>
        </p:cxnSp>
        <p:cxnSp>
          <p:nvCxnSpPr>
            <p:cNvPr id="85" name="直接箭头连接符 84"/>
            <p:cNvCxnSpPr>
              <a:stCxn id="77" idx="2"/>
              <a:endCxn id="80" idx="0"/>
            </p:cNvCxnSpPr>
            <p:nvPr/>
          </p:nvCxnSpPr>
          <p:spPr>
            <a:xfrm>
              <a:off x="55523" y="19650"/>
              <a:ext cx="0" cy="600"/>
            </a:xfrm>
            <a:prstGeom prst="straightConnector1">
              <a:avLst/>
            </a:prstGeom>
            <a:ln w="28575">
              <a:solidFill>
                <a:srgbClr val="087F82"/>
              </a:solidFill>
              <a:tailEnd type="arrow" w="med" len="med"/>
            </a:ln>
          </p:spPr>
        </p:cxnSp>
        <p:cxnSp>
          <p:nvCxnSpPr>
            <p:cNvPr id="79" name="直接箭头连接符 78"/>
            <p:cNvCxnSpPr>
              <a:stCxn id="75" idx="2"/>
              <a:endCxn id="77" idx="0"/>
            </p:cNvCxnSpPr>
            <p:nvPr/>
          </p:nvCxnSpPr>
          <p:spPr>
            <a:xfrm>
              <a:off x="55523" y="17325"/>
              <a:ext cx="0" cy="600"/>
            </a:xfrm>
            <a:prstGeom prst="straightConnector1">
              <a:avLst/>
            </a:prstGeom>
            <a:ln w="28575">
              <a:solidFill>
                <a:srgbClr val="087F82"/>
              </a:solidFill>
              <a:tailEnd type="arrow" w="med" len="med"/>
            </a:ln>
          </p:spPr>
        </p:cxnSp>
        <p:cxnSp>
          <p:nvCxnSpPr>
            <p:cNvPr id="50" name="直接箭头连接符 49"/>
            <p:cNvCxnSpPr>
              <a:stCxn id="43" idx="2"/>
              <a:endCxn id="48" idx="0"/>
            </p:cNvCxnSpPr>
            <p:nvPr/>
          </p:nvCxnSpPr>
          <p:spPr>
            <a:xfrm>
              <a:off x="11885" y="35250"/>
              <a:ext cx="0" cy="750"/>
            </a:xfrm>
            <a:prstGeom prst="straightConnector1">
              <a:avLst/>
            </a:prstGeom>
            <a:ln w="28575">
              <a:solidFill>
                <a:srgbClr val="087F82"/>
              </a:solidFill>
              <a:tailEnd type="arrow" w="med" len="med"/>
            </a:ln>
          </p:spPr>
        </p:cxnSp>
        <p:cxnSp>
          <p:nvCxnSpPr>
            <p:cNvPr id="47" name="直接箭头连接符 46"/>
            <p:cNvCxnSpPr>
              <a:stCxn id="39" idx="2"/>
              <a:endCxn id="43" idx="0"/>
            </p:cNvCxnSpPr>
            <p:nvPr/>
          </p:nvCxnSpPr>
          <p:spPr>
            <a:xfrm flipH="1">
              <a:off x="11885" y="32550"/>
              <a:ext cx="7073" cy="900"/>
            </a:xfrm>
            <a:prstGeom prst="straightConnector1">
              <a:avLst/>
            </a:prstGeom>
            <a:ln w="28575">
              <a:solidFill>
                <a:srgbClr val="087F82"/>
              </a:solidFill>
              <a:tailEnd type="arrow" w="med" len="med"/>
            </a:ln>
          </p:spPr>
        </p:cxnSp>
        <p:cxnSp>
          <p:nvCxnSpPr>
            <p:cNvPr id="46" name="直接箭头连接符 45"/>
            <p:cNvCxnSpPr>
              <a:stCxn id="35" idx="2"/>
              <a:endCxn id="43" idx="0"/>
            </p:cNvCxnSpPr>
            <p:nvPr/>
          </p:nvCxnSpPr>
          <p:spPr>
            <a:xfrm flipH="1">
              <a:off x="11885" y="32550"/>
              <a:ext cx="0" cy="900"/>
            </a:xfrm>
            <a:prstGeom prst="straightConnector1">
              <a:avLst/>
            </a:prstGeom>
            <a:ln w="28575">
              <a:solidFill>
                <a:srgbClr val="087F82"/>
              </a:solidFill>
              <a:tailEnd type="arrow" w="med" len="med"/>
            </a:ln>
          </p:spPr>
        </p:cxnSp>
        <p:cxnSp>
          <p:nvCxnSpPr>
            <p:cNvPr id="45" name="直接箭头连接符 44"/>
            <p:cNvCxnSpPr>
              <a:stCxn id="31" idx="2"/>
              <a:endCxn id="43" idx="0"/>
            </p:cNvCxnSpPr>
            <p:nvPr/>
          </p:nvCxnSpPr>
          <p:spPr>
            <a:xfrm>
              <a:off x="4812" y="32550"/>
              <a:ext cx="7073" cy="900"/>
            </a:xfrm>
            <a:prstGeom prst="straightConnector1">
              <a:avLst/>
            </a:prstGeom>
            <a:ln w="28575">
              <a:solidFill>
                <a:srgbClr val="087F82"/>
              </a:solidFill>
              <a:tailEnd type="arrow" w="med" len="med"/>
            </a:ln>
          </p:spPr>
        </p:cxnSp>
        <p:sp>
          <p:nvSpPr>
            <p:cNvPr id="137" name="panel-1"/>
            <p:cNvSpPr>
              <a:spLocks noGrp="1"/>
            </p:cNvSpPr>
            <p:nvPr/>
          </p:nvSpPr>
          <p:spPr>
            <a:xfrm>
              <a:off x="0" y="0"/>
              <a:ext cx="67408" cy="300"/>
            </a:xfrm>
            <a:prstGeom prst="rect">
              <a:avLst/>
            </a:prstGeom>
            <a:solidFill>
              <a:srgbClr val="073A85"/>
            </a:solidFill>
            <a:ln w="14288">
              <a:noFill/>
            </a:ln>
          </p:spPr>
        </p:sp>
        <p:sp>
          <p:nvSpPr>
            <p:cNvPr id="2" name="text-2"/>
            <p:cNvSpPr>
              <a:spLocks noGrp="1"/>
            </p:cNvSpPr>
            <p:nvPr/>
          </p:nvSpPr>
          <p:spPr>
            <a:xfrm>
              <a:off x="1500" y="1125"/>
              <a:ext cx="49500" cy="750"/>
            </a:xfrm>
            <a:prstGeom prst="rect">
              <a:avLst/>
            </a:prstGeom>
            <a:noFill/>
            <a:ln>
              <a:noFill/>
            </a:ln>
          </p:spPr>
          <p:txBody>
            <a:bodyPr wrap="square" lIns="0" tIns="0" rIns="0" bIns="0" anchor="t">
              <a:noAutofit/>
            </a:bodyPr>
            <a:lstStyle>
              <a:defPPr algn="l">
                <a:defRPr sz="2625" b="1">
                  <a:solidFill>
                    <a:srgbClr val="073A85"/>
                  </a:solidFill>
                  <a:latin typeface="Arial" panose="020B0604020202090204"/>
                  <a:ea typeface="Arial" panose="020B0604020202090204"/>
                  <a:cs typeface="Arial" panose="020B0604020202090204"/>
                </a:defRPr>
              </a:defPPr>
              <a:lvl1pPr algn="l">
                <a:defRPr sz="2625" b="1">
                  <a:solidFill>
                    <a:srgbClr val="073A85"/>
                  </a:solidFill>
                  <a:latin typeface="Arial" panose="020B0604020202090204"/>
                  <a:ea typeface="Arial" panose="020B0604020202090204"/>
                  <a:cs typeface="Arial" panose="020B0604020202090204"/>
                </a:defRPr>
              </a:lvl1pPr>
              <a:lvl2pPr algn="l">
                <a:defRPr sz="2625" b="1">
                  <a:solidFill>
                    <a:srgbClr val="073A85"/>
                  </a:solidFill>
                  <a:latin typeface="Arial" panose="020B0604020202090204"/>
                  <a:ea typeface="Arial" panose="020B0604020202090204"/>
                  <a:cs typeface="Arial" panose="020B0604020202090204"/>
                </a:defRPr>
              </a:lvl2pPr>
              <a:lvl3pPr algn="l">
                <a:defRPr sz="2625" b="1">
                  <a:solidFill>
                    <a:srgbClr val="073A85"/>
                  </a:solidFill>
                  <a:latin typeface="Arial" panose="020B0604020202090204"/>
                  <a:ea typeface="Arial" panose="020B0604020202090204"/>
                  <a:cs typeface="Arial" panose="020B0604020202090204"/>
                </a:defRPr>
              </a:lvl3pPr>
              <a:lvl4pPr algn="l">
                <a:defRPr sz="2625" b="1">
                  <a:solidFill>
                    <a:srgbClr val="073A85"/>
                  </a:solidFill>
                  <a:latin typeface="Arial" panose="020B0604020202090204"/>
                  <a:ea typeface="Arial" panose="020B0604020202090204"/>
                  <a:cs typeface="Arial" panose="020B0604020202090204"/>
                </a:defRPr>
              </a:lvl4pPr>
              <a:lvl5pPr algn="l">
                <a:defRPr sz="2625" b="1">
                  <a:solidFill>
                    <a:srgbClr val="073A85"/>
                  </a:solidFill>
                  <a:latin typeface="Arial" panose="020B0604020202090204"/>
                  <a:ea typeface="Arial" panose="020B0604020202090204"/>
                  <a:cs typeface="Arial" panose="020B0604020202090204"/>
                </a:defRPr>
              </a:lvl5pPr>
              <a:lvl6pPr algn="l">
                <a:defRPr sz="2625" b="1">
                  <a:solidFill>
                    <a:srgbClr val="073A85"/>
                  </a:solidFill>
                  <a:latin typeface="Arial" panose="020B0604020202090204"/>
                  <a:ea typeface="Arial" panose="020B0604020202090204"/>
                  <a:cs typeface="Arial" panose="020B0604020202090204"/>
                </a:defRPr>
              </a:lvl6pPr>
              <a:lvl7pPr algn="l">
                <a:defRPr sz="2625" b="1">
                  <a:solidFill>
                    <a:srgbClr val="073A85"/>
                  </a:solidFill>
                  <a:latin typeface="Arial" panose="020B0604020202090204"/>
                  <a:ea typeface="Arial" panose="020B0604020202090204"/>
                  <a:cs typeface="Arial" panose="020B0604020202090204"/>
                </a:defRPr>
              </a:lvl7pPr>
              <a:lvl8pPr algn="l">
                <a:defRPr sz="2625" b="1">
                  <a:solidFill>
                    <a:srgbClr val="073A85"/>
                  </a:solidFill>
                  <a:latin typeface="Arial" panose="020B0604020202090204"/>
                  <a:ea typeface="Arial" panose="020B0604020202090204"/>
                  <a:cs typeface="Arial" panose="020B0604020202090204"/>
                </a:defRPr>
              </a:lvl8pPr>
              <a:lvl9pPr algn="l">
                <a:defRPr sz="2625" b="1">
                  <a:solidFill>
                    <a:srgbClr val="073A85"/>
                  </a:solidFill>
                  <a:latin typeface="Arial" panose="020B0604020202090204"/>
                  <a:ea typeface="Arial" panose="020B0604020202090204"/>
                  <a:cs typeface="Arial" panose="020B0604020202090204"/>
                </a:defRPr>
              </a:lvl9pPr>
            </a:lstStyle>
            <a:p>
              <a:pPr algn="l">
                <a:defRPr sz="2625" b="1">
                  <a:solidFill>
                    <a:srgbClr val="073A85"/>
                  </a:solidFill>
                  <a:latin typeface="Arial" panose="020B0604020202090204"/>
                  <a:ea typeface="Arial" panose="020B0604020202090204"/>
                  <a:cs typeface="Arial" panose="020B0604020202090204"/>
                </a:defRPr>
              </a:pPr>
              <a:r>
                <a:rPr sz="2625" b="1">
                  <a:solidFill>
                    <a:srgbClr val="073A85"/>
                  </a:solidFill>
                  <a:latin typeface="Times New Roman Regular" panose="02020503050405090304" charset="0"/>
                  <a:ea typeface="Arial" panose="020B0604020202090204"/>
                  <a:cs typeface="Times New Roman Regular" panose="02020503050405090304" charset="0"/>
                </a:rPr>
                <a:t>COMSCI / ECON 206  •  COMPUTATIONAL MICROECONOMICS</a:t>
              </a:r>
              <a:endParaRPr sz="2625"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3" name="text-3"/>
            <p:cNvSpPr>
              <a:spLocks noGrp="1"/>
            </p:cNvSpPr>
            <p:nvPr/>
          </p:nvSpPr>
          <p:spPr>
            <a:xfrm>
              <a:off x="1500" y="2175"/>
              <a:ext cx="55500" cy="1950"/>
            </a:xfrm>
            <a:prstGeom prst="rect">
              <a:avLst/>
            </a:prstGeom>
            <a:noFill/>
            <a:ln>
              <a:noFill/>
            </a:ln>
          </p:spPr>
          <p:txBody>
            <a:bodyPr wrap="square" lIns="0" tIns="0" rIns="0" bIns="0" anchor="t">
              <a:noAutofit/>
            </a:bodyPr>
            <a:lstStyle>
              <a:defPPr algn="l">
                <a:defRPr sz="7650" b="1">
                  <a:solidFill>
                    <a:srgbClr val="073A85"/>
                  </a:solidFill>
                  <a:latin typeface="Times New Roman" panose="02020503050405090304"/>
                  <a:ea typeface="Times New Roman" panose="02020503050405090304"/>
                  <a:cs typeface="Times New Roman" panose="02020503050405090304"/>
                </a:defRPr>
              </a:defPPr>
              <a:lvl1pPr algn="l">
                <a:defRPr sz="7650" b="1">
                  <a:solidFill>
                    <a:srgbClr val="073A85"/>
                  </a:solidFill>
                  <a:latin typeface="Times New Roman" panose="02020503050405090304"/>
                  <a:ea typeface="Times New Roman" panose="02020503050405090304"/>
                  <a:cs typeface="Times New Roman" panose="02020503050405090304"/>
                </a:defRPr>
              </a:lvl1pPr>
              <a:lvl2pPr algn="l">
                <a:defRPr sz="7650" b="1">
                  <a:solidFill>
                    <a:srgbClr val="073A85"/>
                  </a:solidFill>
                  <a:latin typeface="Times New Roman" panose="02020503050405090304"/>
                  <a:ea typeface="Times New Roman" panose="02020503050405090304"/>
                  <a:cs typeface="Times New Roman" panose="02020503050405090304"/>
                </a:defRPr>
              </a:lvl2pPr>
              <a:lvl3pPr algn="l">
                <a:defRPr sz="7650" b="1">
                  <a:solidFill>
                    <a:srgbClr val="073A85"/>
                  </a:solidFill>
                  <a:latin typeface="Times New Roman" panose="02020503050405090304"/>
                  <a:ea typeface="Times New Roman" panose="02020503050405090304"/>
                  <a:cs typeface="Times New Roman" panose="02020503050405090304"/>
                </a:defRPr>
              </a:lvl3pPr>
              <a:lvl4pPr algn="l">
                <a:defRPr sz="7650" b="1">
                  <a:solidFill>
                    <a:srgbClr val="073A85"/>
                  </a:solidFill>
                  <a:latin typeface="Times New Roman" panose="02020503050405090304"/>
                  <a:ea typeface="Times New Roman" panose="02020503050405090304"/>
                  <a:cs typeface="Times New Roman" panose="02020503050405090304"/>
                </a:defRPr>
              </a:lvl4pPr>
              <a:lvl5pPr algn="l">
                <a:defRPr sz="7650" b="1">
                  <a:solidFill>
                    <a:srgbClr val="073A85"/>
                  </a:solidFill>
                  <a:latin typeface="Times New Roman" panose="02020503050405090304"/>
                  <a:ea typeface="Times New Roman" panose="02020503050405090304"/>
                  <a:cs typeface="Times New Roman" panose="02020503050405090304"/>
                </a:defRPr>
              </a:lvl5pPr>
              <a:lvl6pPr algn="l">
                <a:defRPr sz="7650" b="1">
                  <a:solidFill>
                    <a:srgbClr val="073A85"/>
                  </a:solidFill>
                  <a:latin typeface="Times New Roman" panose="02020503050405090304"/>
                  <a:ea typeface="Times New Roman" panose="02020503050405090304"/>
                  <a:cs typeface="Times New Roman" panose="02020503050405090304"/>
                </a:defRPr>
              </a:lvl6pPr>
              <a:lvl7pPr algn="l">
                <a:defRPr sz="7650" b="1">
                  <a:solidFill>
                    <a:srgbClr val="073A85"/>
                  </a:solidFill>
                  <a:latin typeface="Times New Roman" panose="02020503050405090304"/>
                  <a:ea typeface="Times New Roman" panose="02020503050405090304"/>
                  <a:cs typeface="Times New Roman" panose="02020503050405090304"/>
                </a:defRPr>
              </a:lvl7pPr>
              <a:lvl8pPr algn="l">
                <a:defRPr sz="7650" b="1">
                  <a:solidFill>
                    <a:srgbClr val="073A85"/>
                  </a:solidFill>
                  <a:latin typeface="Times New Roman" panose="02020503050405090304"/>
                  <a:ea typeface="Times New Roman" panose="02020503050405090304"/>
                  <a:cs typeface="Times New Roman" panose="02020503050405090304"/>
                </a:defRPr>
              </a:lvl8pPr>
              <a:lvl9pPr algn="l">
                <a:defRPr sz="7650" b="1">
                  <a:solidFill>
                    <a:srgbClr val="073A85"/>
                  </a:solidFill>
                  <a:latin typeface="Times New Roman" panose="02020503050405090304"/>
                  <a:ea typeface="Times New Roman" panose="02020503050405090304"/>
                  <a:cs typeface="Times New Roman" panose="02020503050405090304"/>
                </a:defRPr>
              </a:lvl9pPr>
            </a:lstStyle>
            <a:p>
              <a:pPr algn="l">
                <a:defRPr sz="7650" b="1">
                  <a:solidFill>
                    <a:srgbClr val="073A85"/>
                  </a:solidFill>
                  <a:latin typeface="Times New Roman" panose="02020503050405090304"/>
                  <a:ea typeface="Times New Roman" panose="02020503050405090304"/>
                  <a:cs typeface="Times New Roman" panose="02020503050405090304"/>
                </a:defRPr>
              </a:pPr>
              <a:r>
                <a:rPr sz="7650" b="1">
                  <a:solidFill>
                    <a:srgbClr val="073A85"/>
                  </a:solidFill>
                  <a:latin typeface="Times New Roman Regular" panose="02020503050405090304" charset="0"/>
                  <a:ea typeface="Times New Roman" panose="02020503050405090304"/>
                  <a:cs typeface="Times New Roman Regular" panose="02020503050405090304" charset="0"/>
                </a:rPr>
                <a:t>Auctions with Risk Reserves for Scarce AI Research</a:t>
              </a:r>
              <a:endParaRPr sz="7650" b="1">
                <a:solidFill>
                  <a:srgbClr val="073A85"/>
                </a:solidFill>
                <a:latin typeface="Times New Roman Regular" panose="02020503050405090304" charset="0"/>
                <a:ea typeface="Times New Roman" panose="02020503050405090304"/>
                <a:cs typeface="Times New Roman Regular" panose="02020503050405090304" charset="0"/>
              </a:endParaRPr>
            </a:p>
          </p:txBody>
        </p:sp>
        <p:sp>
          <p:nvSpPr>
            <p:cNvPr id="4" name="text-4"/>
            <p:cNvSpPr>
              <a:spLocks noGrp="1"/>
            </p:cNvSpPr>
            <p:nvPr/>
          </p:nvSpPr>
          <p:spPr>
            <a:xfrm>
              <a:off x="1500" y="4275"/>
              <a:ext cx="45000" cy="930"/>
            </a:xfrm>
            <a:prstGeom prst="rect">
              <a:avLst/>
            </a:prstGeom>
            <a:noFill/>
            <a:ln>
              <a:noFill/>
            </a:ln>
          </p:spPr>
          <p:txBody>
            <a:bodyPr wrap="square" lIns="0" tIns="0" rIns="0" bIns="0" anchor="t">
              <a:noAutofit/>
            </a:bodyPr>
            <a:lstStyle>
              <a:defPPr algn="l">
                <a:defRPr sz="3900" b="1">
                  <a:solidFill>
                    <a:srgbClr val="172C43"/>
                  </a:solidFill>
                  <a:latin typeface="Arial" panose="020B0604020202090204"/>
                  <a:ea typeface="Arial" panose="020B0604020202090204"/>
                  <a:cs typeface="Arial" panose="020B0604020202090204"/>
                </a:defRPr>
              </a:defPPr>
              <a:lvl1pPr algn="l">
                <a:defRPr sz="3900" b="1">
                  <a:solidFill>
                    <a:srgbClr val="172C43"/>
                  </a:solidFill>
                  <a:latin typeface="Arial" panose="020B0604020202090204"/>
                  <a:ea typeface="Arial" panose="020B0604020202090204"/>
                  <a:cs typeface="Arial" panose="020B0604020202090204"/>
                </a:defRPr>
              </a:lvl1pPr>
              <a:lvl2pPr algn="l">
                <a:defRPr sz="3900" b="1">
                  <a:solidFill>
                    <a:srgbClr val="172C43"/>
                  </a:solidFill>
                  <a:latin typeface="Arial" panose="020B0604020202090204"/>
                  <a:ea typeface="Arial" panose="020B0604020202090204"/>
                  <a:cs typeface="Arial" panose="020B0604020202090204"/>
                </a:defRPr>
              </a:lvl2pPr>
              <a:lvl3pPr algn="l">
                <a:defRPr sz="3900" b="1">
                  <a:solidFill>
                    <a:srgbClr val="172C43"/>
                  </a:solidFill>
                  <a:latin typeface="Arial" panose="020B0604020202090204"/>
                  <a:ea typeface="Arial" panose="020B0604020202090204"/>
                  <a:cs typeface="Arial" panose="020B0604020202090204"/>
                </a:defRPr>
              </a:lvl3pPr>
              <a:lvl4pPr algn="l">
                <a:defRPr sz="3900" b="1">
                  <a:solidFill>
                    <a:srgbClr val="172C43"/>
                  </a:solidFill>
                  <a:latin typeface="Arial" panose="020B0604020202090204"/>
                  <a:ea typeface="Arial" panose="020B0604020202090204"/>
                  <a:cs typeface="Arial" panose="020B0604020202090204"/>
                </a:defRPr>
              </a:lvl4pPr>
              <a:lvl5pPr algn="l">
                <a:defRPr sz="3900" b="1">
                  <a:solidFill>
                    <a:srgbClr val="172C43"/>
                  </a:solidFill>
                  <a:latin typeface="Arial" panose="020B0604020202090204"/>
                  <a:ea typeface="Arial" panose="020B0604020202090204"/>
                  <a:cs typeface="Arial" panose="020B0604020202090204"/>
                </a:defRPr>
              </a:lvl5pPr>
              <a:lvl6pPr algn="l">
                <a:defRPr sz="3900" b="1">
                  <a:solidFill>
                    <a:srgbClr val="172C43"/>
                  </a:solidFill>
                  <a:latin typeface="Arial" panose="020B0604020202090204"/>
                  <a:ea typeface="Arial" panose="020B0604020202090204"/>
                  <a:cs typeface="Arial" panose="020B0604020202090204"/>
                </a:defRPr>
              </a:lvl6pPr>
              <a:lvl7pPr algn="l">
                <a:defRPr sz="3900" b="1">
                  <a:solidFill>
                    <a:srgbClr val="172C43"/>
                  </a:solidFill>
                  <a:latin typeface="Arial" panose="020B0604020202090204"/>
                  <a:ea typeface="Arial" panose="020B0604020202090204"/>
                  <a:cs typeface="Arial" panose="020B0604020202090204"/>
                </a:defRPr>
              </a:lvl7pPr>
              <a:lvl8pPr algn="l">
                <a:defRPr sz="3900" b="1">
                  <a:solidFill>
                    <a:srgbClr val="172C43"/>
                  </a:solidFill>
                  <a:latin typeface="Arial" panose="020B0604020202090204"/>
                  <a:ea typeface="Arial" panose="020B0604020202090204"/>
                  <a:cs typeface="Arial" panose="020B0604020202090204"/>
                </a:defRPr>
              </a:lvl8pPr>
              <a:lvl9pPr algn="l">
                <a:defRPr sz="3900" b="1">
                  <a:solidFill>
                    <a:srgbClr val="172C43"/>
                  </a:solidFill>
                  <a:latin typeface="Arial" panose="020B0604020202090204"/>
                  <a:ea typeface="Arial" panose="020B0604020202090204"/>
                  <a:cs typeface="Arial" panose="020B0604020202090204"/>
                </a:defRPr>
              </a:lvl9pPr>
            </a:lstStyle>
            <a:p>
              <a:pPr algn="l">
                <a:defRPr sz="3900" b="1">
                  <a:solidFill>
                    <a:srgbClr val="172C43"/>
                  </a:solidFill>
                  <a:latin typeface="Arial" panose="020B0604020202090204"/>
                  <a:ea typeface="Arial" panose="020B0604020202090204"/>
                  <a:cs typeface="Arial" panose="020B0604020202090204"/>
                </a:defRPr>
              </a:pPr>
              <a:r>
                <a:rPr sz="3900">
                  <a:solidFill>
                    <a:srgbClr val="172C43"/>
                  </a:solidFill>
                  <a:latin typeface="Times New Roman" panose="02020503050405090304" charset="0"/>
                  <a:ea typeface="Arial" panose="020B0604020202090204"/>
                  <a:cs typeface="Times New Roman" panose="02020503050405090304" charset="0"/>
                </a:rPr>
                <a:t>Zhenning Wang  ·  Qianshuo (Aaron) Wang</a:t>
              </a:r>
              <a:endParaRPr sz="3900">
                <a:solidFill>
                  <a:srgbClr val="172C43"/>
                </a:solidFill>
                <a:latin typeface="Times New Roman" panose="02020503050405090304" charset="0"/>
                <a:ea typeface="Arial" panose="020B0604020202090204"/>
                <a:cs typeface="Times New Roman" panose="02020503050405090304" charset="0"/>
              </a:endParaRPr>
            </a:p>
          </p:txBody>
        </p:sp>
        <p:sp>
          <p:nvSpPr>
            <p:cNvPr id="5" name="text-5"/>
            <p:cNvSpPr>
              <a:spLocks noGrp="1"/>
            </p:cNvSpPr>
            <p:nvPr/>
          </p:nvSpPr>
          <p:spPr>
            <a:xfrm>
              <a:off x="1500" y="5250"/>
              <a:ext cx="51000" cy="810"/>
            </a:xfrm>
            <a:prstGeom prst="rect">
              <a:avLst/>
            </a:prstGeom>
            <a:noFill/>
            <a:ln>
              <a:noFill/>
            </a:ln>
          </p:spPr>
          <p:txBody>
            <a:bodyPr wrap="square" lIns="0" tIns="0" rIns="0" bIns="0" anchor="t">
              <a:noAutofit/>
            </a:bodyPr>
            <a:lstStyle>
              <a:defPPr algn="l">
                <a:defRPr sz="2925" b="0">
                  <a:solidFill>
                    <a:srgbClr val="172C43"/>
                  </a:solidFill>
                  <a:latin typeface="Arial" panose="020B0604020202090204"/>
                  <a:ea typeface="Arial" panose="020B0604020202090204"/>
                  <a:cs typeface="Arial" panose="020B0604020202090204"/>
                </a:defRPr>
              </a:defPPr>
              <a:lvl1pPr algn="l">
                <a:defRPr sz="2925" b="0">
                  <a:solidFill>
                    <a:srgbClr val="172C43"/>
                  </a:solidFill>
                  <a:latin typeface="Arial" panose="020B0604020202090204"/>
                  <a:ea typeface="Arial" panose="020B0604020202090204"/>
                  <a:cs typeface="Arial" panose="020B0604020202090204"/>
                </a:defRPr>
              </a:lvl1pPr>
              <a:lvl2pPr algn="l">
                <a:defRPr sz="2925" b="0">
                  <a:solidFill>
                    <a:srgbClr val="172C43"/>
                  </a:solidFill>
                  <a:latin typeface="Arial" panose="020B0604020202090204"/>
                  <a:ea typeface="Arial" panose="020B0604020202090204"/>
                  <a:cs typeface="Arial" panose="020B0604020202090204"/>
                </a:defRPr>
              </a:lvl2pPr>
              <a:lvl3pPr algn="l">
                <a:defRPr sz="2925" b="0">
                  <a:solidFill>
                    <a:srgbClr val="172C43"/>
                  </a:solidFill>
                  <a:latin typeface="Arial" panose="020B0604020202090204"/>
                  <a:ea typeface="Arial" panose="020B0604020202090204"/>
                  <a:cs typeface="Arial" panose="020B0604020202090204"/>
                </a:defRPr>
              </a:lvl3pPr>
              <a:lvl4pPr algn="l">
                <a:defRPr sz="2925" b="0">
                  <a:solidFill>
                    <a:srgbClr val="172C43"/>
                  </a:solidFill>
                  <a:latin typeface="Arial" panose="020B0604020202090204"/>
                  <a:ea typeface="Arial" panose="020B0604020202090204"/>
                  <a:cs typeface="Arial" panose="020B0604020202090204"/>
                </a:defRPr>
              </a:lvl4pPr>
              <a:lvl5pPr algn="l">
                <a:defRPr sz="2925" b="0">
                  <a:solidFill>
                    <a:srgbClr val="172C43"/>
                  </a:solidFill>
                  <a:latin typeface="Arial" panose="020B0604020202090204"/>
                  <a:ea typeface="Arial" panose="020B0604020202090204"/>
                  <a:cs typeface="Arial" panose="020B0604020202090204"/>
                </a:defRPr>
              </a:lvl5pPr>
              <a:lvl6pPr algn="l">
                <a:defRPr sz="2925" b="0">
                  <a:solidFill>
                    <a:srgbClr val="172C43"/>
                  </a:solidFill>
                  <a:latin typeface="Arial" panose="020B0604020202090204"/>
                  <a:ea typeface="Arial" panose="020B0604020202090204"/>
                  <a:cs typeface="Arial" panose="020B0604020202090204"/>
                </a:defRPr>
              </a:lvl6pPr>
              <a:lvl7pPr algn="l">
                <a:defRPr sz="2925" b="0">
                  <a:solidFill>
                    <a:srgbClr val="172C43"/>
                  </a:solidFill>
                  <a:latin typeface="Arial" panose="020B0604020202090204"/>
                  <a:ea typeface="Arial" panose="020B0604020202090204"/>
                  <a:cs typeface="Arial" panose="020B0604020202090204"/>
                </a:defRPr>
              </a:lvl7pPr>
              <a:lvl8pPr algn="l">
                <a:defRPr sz="2925" b="0">
                  <a:solidFill>
                    <a:srgbClr val="172C43"/>
                  </a:solidFill>
                  <a:latin typeface="Arial" panose="020B0604020202090204"/>
                  <a:ea typeface="Arial" panose="020B0604020202090204"/>
                  <a:cs typeface="Arial" panose="020B0604020202090204"/>
                </a:defRPr>
              </a:lvl8pPr>
              <a:lvl9pPr algn="l">
                <a:defRPr sz="2925" b="0">
                  <a:solidFill>
                    <a:srgbClr val="172C43"/>
                  </a:solidFill>
                  <a:latin typeface="Arial" panose="020B0604020202090204"/>
                  <a:ea typeface="Arial" panose="020B0604020202090204"/>
                  <a:cs typeface="Arial" panose="020B0604020202090204"/>
                </a:defRPr>
              </a:lvl9pPr>
            </a:lstStyle>
            <a:p>
              <a:pPr algn="l">
                <a:defRPr sz="2925" b="0">
                  <a:solidFill>
                    <a:srgbClr val="172C43"/>
                  </a:solidFill>
                  <a:latin typeface="Arial" panose="020B0604020202090204"/>
                  <a:ea typeface="Arial" panose="020B0604020202090204"/>
                  <a:cs typeface="Arial" panose="020B0604020202090204"/>
                </a:defRPr>
              </a:pPr>
              <a:r>
                <a:rPr sz="2925" b="0">
                  <a:solidFill>
                    <a:srgbClr val="172C43"/>
                  </a:solidFill>
                  <a:latin typeface="Times New Roman Regular" panose="02020503050405090304" charset="0"/>
                  <a:ea typeface="Arial" panose="020B0604020202090204"/>
                  <a:cs typeface="Times New Roman Regular" panose="02020503050405090304" charset="0"/>
                </a:rPr>
                <a:t>Duke Kunshan University  •  Professor Luyao Zhang  •  Team FP08  •  Final Project, October 2026</a:t>
              </a:r>
              <a:endParaRPr sz="2925" b="0">
                <a:solidFill>
                  <a:srgbClr val="172C43"/>
                </a:solidFill>
                <a:latin typeface="Times New Roman Regular" panose="02020503050405090304" charset="0"/>
                <a:ea typeface="Arial" panose="020B0604020202090204"/>
                <a:cs typeface="Times New Roman Regular" panose="02020503050405090304" charset="0"/>
              </a:endParaRPr>
            </a:p>
          </p:txBody>
        </p:sp>
        <p:pic>
          <p:nvPicPr>
            <p:cNvPr id="6" name="图片 5"/>
            <p:cNvPicPr>
              <a:picLocks noChangeAspect="1"/>
            </p:cNvPicPr>
            <p:nvPr/>
          </p:nvPicPr>
          <p:blipFill>
            <a:blip r:embed="rId2"/>
            <a:stretch>
              <a:fillRect/>
            </a:stretch>
          </p:blipFill>
          <p:spPr>
            <a:xfrm>
              <a:off x="57658" y="1935"/>
              <a:ext cx="8025" cy="2579"/>
            </a:xfrm>
            <a:prstGeom prst="rect">
              <a:avLst/>
            </a:prstGeom>
          </p:spPr>
        </p:pic>
        <p:sp>
          <p:nvSpPr>
            <p:cNvPr id="7" name="panel-6"/>
            <p:cNvSpPr>
              <a:spLocks noGrp="1"/>
            </p:cNvSpPr>
            <p:nvPr/>
          </p:nvSpPr>
          <p:spPr>
            <a:xfrm>
              <a:off x="0" y="6600"/>
              <a:ext cx="67408" cy="2025"/>
            </a:xfrm>
            <a:prstGeom prst="rect">
              <a:avLst/>
            </a:prstGeom>
            <a:solidFill>
              <a:srgbClr val="073A85"/>
            </a:solidFill>
            <a:ln w="14288">
              <a:noFill/>
            </a:ln>
          </p:spPr>
        </p:sp>
        <p:sp>
          <p:nvSpPr>
            <p:cNvPr id="8" name="text-7"/>
            <p:cNvSpPr>
              <a:spLocks noGrp="1"/>
            </p:cNvSpPr>
            <p:nvPr/>
          </p:nvSpPr>
          <p:spPr>
            <a:xfrm>
              <a:off x="1500" y="7095"/>
              <a:ext cx="7350" cy="900"/>
            </a:xfrm>
            <a:prstGeom prst="rect">
              <a:avLst/>
            </a:prstGeom>
            <a:noFill/>
            <a:ln>
              <a:noFill/>
            </a:ln>
          </p:spPr>
          <p:txBody>
            <a:bodyPr wrap="square" lIns="0" tIns="0" rIns="0" bIns="0" anchor="t">
              <a:noAutofit/>
            </a:bodyPr>
            <a:lstStyle>
              <a:defPPr algn="l">
                <a:defRPr sz="3600" b="1">
                  <a:solidFill>
                    <a:srgbClr val="C4EBE8"/>
                  </a:solidFill>
                  <a:latin typeface="Arial" panose="020B0604020202090204"/>
                  <a:ea typeface="Arial" panose="020B0604020202090204"/>
                  <a:cs typeface="Arial" panose="020B0604020202090204"/>
                </a:defRPr>
              </a:defPPr>
              <a:lvl1pPr algn="l">
                <a:defRPr sz="3600" b="1">
                  <a:solidFill>
                    <a:srgbClr val="C4EBE8"/>
                  </a:solidFill>
                  <a:latin typeface="Arial" panose="020B0604020202090204"/>
                  <a:ea typeface="Arial" panose="020B0604020202090204"/>
                  <a:cs typeface="Arial" panose="020B0604020202090204"/>
                </a:defRPr>
              </a:lvl1pPr>
              <a:lvl2pPr algn="l">
                <a:defRPr sz="3600" b="1">
                  <a:solidFill>
                    <a:srgbClr val="C4EBE8"/>
                  </a:solidFill>
                  <a:latin typeface="Arial" panose="020B0604020202090204"/>
                  <a:ea typeface="Arial" panose="020B0604020202090204"/>
                  <a:cs typeface="Arial" panose="020B0604020202090204"/>
                </a:defRPr>
              </a:lvl2pPr>
              <a:lvl3pPr algn="l">
                <a:defRPr sz="3600" b="1">
                  <a:solidFill>
                    <a:srgbClr val="C4EBE8"/>
                  </a:solidFill>
                  <a:latin typeface="Arial" panose="020B0604020202090204"/>
                  <a:ea typeface="Arial" panose="020B0604020202090204"/>
                  <a:cs typeface="Arial" panose="020B0604020202090204"/>
                </a:defRPr>
              </a:lvl3pPr>
              <a:lvl4pPr algn="l">
                <a:defRPr sz="3600" b="1">
                  <a:solidFill>
                    <a:srgbClr val="C4EBE8"/>
                  </a:solidFill>
                  <a:latin typeface="Arial" panose="020B0604020202090204"/>
                  <a:ea typeface="Arial" panose="020B0604020202090204"/>
                  <a:cs typeface="Arial" panose="020B0604020202090204"/>
                </a:defRPr>
              </a:lvl4pPr>
              <a:lvl5pPr algn="l">
                <a:defRPr sz="3600" b="1">
                  <a:solidFill>
                    <a:srgbClr val="C4EBE8"/>
                  </a:solidFill>
                  <a:latin typeface="Arial" panose="020B0604020202090204"/>
                  <a:ea typeface="Arial" panose="020B0604020202090204"/>
                  <a:cs typeface="Arial" panose="020B0604020202090204"/>
                </a:defRPr>
              </a:lvl5pPr>
              <a:lvl6pPr algn="l">
                <a:defRPr sz="3600" b="1">
                  <a:solidFill>
                    <a:srgbClr val="C4EBE8"/>
                  </a:solidFill>
                  <a:latin typeface="Arial" panose="020B0604020202090204"/>
                  <a:ea typeface="Arial" panose="020B0604020202090204"/>
                  <a:cs typeface="Arial" panose="020B0604020202090204"/>
                </a:defRPr>
              </a:lvl6pPr>
              <a:lvl7pPr algn="l">
                <a:defRPr sz="3600" b="1">
                  <a:solidFill>
                    <a:srgbClr val="C4EBE8"/>
                  </a:solidFill>
                  <a:latin typeface="Arial" panose="020B0604020202090204"/>
                  <a:ea typeface="Arial" panose="020B0604020202090204"/>
                  <a:cs typeface="Arial" panose="020B0604020202090204"/>
                </a:defRPr>
              </a:lvl7pPr>
              <a:lvl8pPr algn="l">
                <a:defRPr sz="3600" b="1">
                  <a:solidFill>
                    <a:srgbClr val="C4EBE8"/>
                  </a:solidFill>
                  <a:latin typeface="Arial" panose="020B0604020202090204"/>
                  <a:ea typeface="Arial" panose="020B0604020202090204"/>
                  <a:cs typeface="Arial" panose="020B0604020202090204"/>
                </a:defRPr>
              </a:lvl8pPr>
              <a:lvl9pPr algn="l">
                <a:defRPr sz="3600" b="1">
                  <a:solidFill>
                    <a:srgbClr val="C4EBE8"/>
                  </a:solidFill>
                  <a:latin typeface="Arial" panose="020B0604020202090204"/>
                  <a:ea typeface="Arial" panose="020B0604020202090204"/>
                  <a:cs typeface="Arial" panose="020B0604020202090204"/>
                </a:defRPr>
              </a:lvl9pPr>
            </a:lstStyle>
            <a:p>
              <a:pPr algn="l">
                <a:defRPr sz="3600" b="1">
                  <a:solidFill>
                    <a:srgbClr val="C4EBE8"/>
                  </a:solidFill>
                  <a:latin typeface="Arial" panose="020B0604020202090204"/>
                  <a:ea typeface="Arial" panose="020B0604020202090204"/>
                  <a:cs typeface="Arial" panose="020B0604020202090204"/>
                </a:defRPr>
              </a:pPr>
              <a:r>
                <a:rPr sz="3600" b="1">
                  <a:solidFill>
                    <a:srgbClr val="C4EBE8"/>
                  </a:solidFill>
                  <a:latin typeface="Times New Roman Regular" panose="02020503050405090304" charset="0"/>
                  <a:ea typeface="Arial" panose="020B0604020202090204"/>
                  <a:cs typeface="Times New Roman Regular" panose="02020503050405090304" charset="0"/>
                </a:rPr>
                <a:t>KEY FINDING</a:t>
              </a:r>
              <a:endParaRPr sz="3600" b="1">
                <a:solidFill>
                  <a:srgbClr val="C4EBE8"/>
                </a:solidFill>
                <a:latin typeface="Times New Roman Regular" panose="02020503050405090304" charset="0"/>
                <a:ea typeface="Arial" panose="020B0604020202090204"/>
                <a:cs typeface="Times New Roman Regular" panose="02020503050405090304" charset="0"/>
              </a:endParaRPr>
            </a:p>
          </p:txBody>
        </p:sp>
        <p:sp>
          <p:nvSpPr>
            <p:cNvPr id="9" name="text-8"/>
            <p:cNvSpPr>
              <a:spLocks noGrp="1"/>
            </p:cNvSpPr>
            <p:nvPr/>
          </p:nvSpPr>
          <p:spPr>
            <a:xfrm>
              <a:off x="9750" y="6900"/>
              <a:ext cx="56158" cy="1545"/>
            </a:xfrm>
            <a:prstGeom prst="rect">
              <a:avLst/>
            </a:prstGeom>
            <a:noFill/>
            <a:ln>
              <a:noFill/>
            </a:ln>
          </p:spPr>
          <p:txBody>
            <a:bodyPr wrap="square" lIns="0" tIns="0" rIns="0" bIns="0" anchor="t">
              <a:noAutofit/>
            </a:bodyPr>
            <a:lstStyle>
              <a:defPPr algn="l">
                <a:defRPr sz="3375" b="1">
                  <a:solidFill>
                    <a:srgbClr val="FFFFFF"/>
                  </a:solidFill>
                  <a:latin typeface="Arial" panose="020B0604020202090204"/>
                  <a:ea typeface="Arial" panose="020B0604020202090204"/>
                  <a:cs typeface="Arial" panose="020B0604020202090204"/>
                </a:defRPr>
              </a:defPPr>
              <a:lvl1pPr algn="l">
                <a:defRPr sz="3375" b="1">
                  <a:solidFill>
                    <a:srgbClr val="FFFFFF"/>
                  </a:solidFill>
                  <a:latin typeface="Arial" panose="020B0604020202090204"/>
                  <a:ea typeface="Arial" panose="020B0604020202090204"/>
                  <a:cs typeface="Arial" panose="020B0604020202090204"/>
                </a:defRPr>
              </a:lvl1pPr>
              <a:lvl2pPr algn="l">
                <a:defRPr sz="3375" b="1">
                  <a:solidFill>
                    <a:srgbClr val="FFFFFF"/>
                  </a:solidFill>
                  <a:latin typeface="Arial" panose="020B0604020202090204"/>
                  <a:ea typeface="Arial" panose="020B0604020202090204"/>
                  <a:cs typeface="Arial" panose="020B0604020202090204"/>
                </a:defRPr>
              </a:lvl2pPr>
              <a:lvl3pPr algn="l">
                <a:defRPr sz="3375" b="1">
                  <a:solidFill>
                    <a:srgbClr val="FFFFFF"/>
                  </a:solidFill>
                  <a:latin typeface="Arial" panose="020B0604020202090204"/>
                  <a:ea typeface="Arial" panose="020B0604020202090204"/>
                  <a:cs typeface="Arial" panose="020B0604020202090204"/>
                </a:defRPr>
              </a:lvl3pPr>
              <a:lvl4pPr algn="l">
                <a:defRPr sz="3375" b="1">
                  <a:solidFill>
                    <a:srgbClr val="FFFFFF"/>
                  </a:solidFill>
                  <a:latin typeface="Arial" panose="020B0604020202090204"/>
                  <a:ea typeface="Arial" panose="020B0604020202090204"/>
                  <a:cs typeface="Arial" panose="020B0604020202090204"/>
                </a:defRPr>
              </a:lvl4pPr>
              <a:lvl5pPr algn="l">
                <a:defRPr sz="3375" b="1">
                  <a:solidFill>
                    <a:srgbClr val="FFFFFF"/>
                  </a:solidFill>
                  <a:latin typeface="Arial" panose="020B0604020202090204"/>
                  <a:ea typeface="Arial" panose="020B0604020202090204"/>
                  <a:cs typeface="Arial" panose="020B0604020202090204"/>
                </a:defRPr>
              </a:lvl5pPr>
              <a:lvl6pPr algn="l">
                <a:defRPr sz="3375" b="1">
                  <a:solidFill>
                    <a:srgbClr val="FFFFFF"/>
                  </a:solidFill>
                  <a:latin typeface="Arial" panose="020B0604020202090204"/>
                  <a:ea typeface="Arial" panose="020B0604020202090204"/>
                  <a:cs typeface="Arial" panose="020B0604020202090204"/>
                </a:defRPr>
              </a:lvl6pPr>
              <a:lvl7pPr algn="l">
                <a:defRPr sz="3375" b="1">
                  <a:solidFill>
                    <a:srgbClr val="FFFFFF"/>
                  </a:solidFill>
                  <a:latin typeface="Arial" panose="020B0604020202090204"/>
                  <a:ea typeface="Arial" panose="020B0604020202090204"/>
                  <a:cs typeface="Arial" panose="020B0604020202090204"/>
                </a:defRPr>
              </a:lvl7pPr>
              <a:lvl8pPr algn="l">
                <a:defRPr sz="3375" b="1">
                  <a:solidFill>
                    <a:srgbClr val="FFFFFF"/>
                  </a:solidFill>
                  <a:latin typeface="Arial" panose="020B0604020202090204"/>
                  <a:ea typeface="Arial" panose="020B0604020202090204"/>
                  <a:cs typeface="Arial" panose="020B0604020202090204"/>
                </a:defRPr>
              </a:lvl8pPr>
              <a:lvl9pPr algn="l">
                <a:defRPr sz="3375" b="1">
                  <a:solidFill>
                    <a:srgbClr val="FFFFFF"/>
                  </a:solidFill>
                  <a:latin typeface="Arial" panose="020B0604020202090204"/>
                  <a:ea typeface="Arial" panose="020B0604020202090204"/>
                  <a:cs typeface="Arial" panose="020B0604020202090204"/>
                </a:defRPr>
              </a:lvl9pPr>
            </a:lstStyle>
            <a:p>
              <a:pPr algn="l">
                <a:defRPr sz="3375" b="1">
                  <a:solidFill>
                    <a:srgbClr val="FFFFFF"/>
                  </a:solidFill>
                  <a:latin typeface="Arial" panose="020B0604020202090204"/>
                  <a:ea typeface="Arial" panose="020B0604020202090204"/>
                  <a:cs typeface="Arial" panose="020B0604020202090204"/>
                </a:defRPr>
              </a:pPr>
              <a:r>
                <a:rPr sz="3375">
                  <a:solidFill>
                    <a:srgbClr val="FFFFFF"/>
                  </a:solidFill>
                  <a:latin typeface="Times New Roman" panose="02020503050405090304" charset="0"/>
                  <a:ea typeface="Arial" panose="020B0604020202090204"/>
                  <a:cs typeface="Times New Roman" panose="02020503050405090304" charset="0"/>
                </a:rPr>
                <a:t>Hybrid is conditionally, not universally, preferred.</a:t>
              </a:r>
              <a:endParaRPr sz="3375">
                <a:solidFill>
                  <a:srgbClr val="FFFFFF"/>
                </a:solidFill>
                <a:latin typeface="Times New Roman" panose="02020503050405090304" charset="0"/>
                <a:ea typeface="Arial" panose="020B0604020202090204"/>
                <a:cs typeface="Times New Roman" panose="02020503050405090304" charset="0"/>
              </a:endParaRPr>
            </a:p>
            <a:p>
              <a:pPr algn="l">
                <a:defRPr sz="3375" b="1">
                  <a:solidFill>
                    <a:srgbClr val="FFFFFF"/>
                  </a:solidFill>
                  <a:latin typeface="Arial" panose="020B0604020202090204"/>
                  <a:ea typeface="Arial" panose="020B0604020202090204"/>
                  <a:cs typeface="Arial" panose="020B0604020202090204"/>
                </a:defRPr>
              </a:pPr>
              <a:r>
                <a:rPr sz="3375">
                  <a:solidFill>
                    <a:srgbClr val="FFFFFF"/>
                  </a:solidFill>
                  <a:latin typeface="Times New Roman" panose="02020503050405090304" charset="0"/>
                  <a:ea typeface="Arial" panose="020B0604020202090204"/>
                  <a:cs typeface="Times New Roman" panose="02020503050405090304" charset="0"/>
                </a:rPr>
                <a:t>Added risk coverage must justify displaced private research value.</a:t>
              </a:r>
              <a:endParaRPr sz="3375">
                <a:solidFill>
                  <a:srgbClr val="FFFFFF"/>
                </a:solidFill>
                <a:latin typeface="Times New Roman" panose="02020503050405090304" charset="0"/>
                <a:ea typeface="Arial" panose="020B0604020202090204"/>
                <a:cs typeface="Times New Roman" panose="02020503050405090304" charset="0"/>
              </a:endParaRPr>
            </a:p>
          </p:txBody>
        </p:sp>
        <p:sp>
          <p:nvSpPr>
            <p:cNvPr id="10" name="text-9"/>
            <p:cNvSpPr>
              <a:spLocks noGrp="1"/>
            </p:cNvSpPr>
            <p:nvPr/>
          </p:nvSpPr>
          <p:spPr>
            <a:xfrm>
              <a:off x="1500" y="9375"/>
              <a:ext cx="20769" cy="975"/>
            </a:xfrm>
            <a:prstGeom prst="rect">
              <a:avLst/>
            </a:prstGeom>
            <a:noFill/>
            <a:ln>
              <a:noFill/>
            </a:ln>
          </p:spPr>
          <p:txBody>
            <a:bodyPr wrap="square" lIns="0" tIns="0" rIns="0" bIns="0" anchor="t">
              <a:noAutofit/>
            </a:bodyPr>
            <a:lstStyle>
              <a:defPPr algn="l">
                <a:defRPr sz="3600" b="1">
                  <a:solidFill>
                    <a:srgbClr val="073A85"/>
                  </a:solidFill>
                  <a:latin typeface="Arial" panose="020B0604020202090204"/>
                  <a:ea typeface="Arial" panose="020B0604020202090204"/>
                  <a:cs typeface="Arial" panose="020B0604020202090204"/>
                </a:defRPr>
              </a:defPPr>
              <a:lvl1pPr algn="l">
                <a:defRPr sz="3600" b="1">
                  <a:solidFill>
                    <a:srgbClr val="073A85"/>
                  </a:solidFill>
                  <a:latin typeface="Arial" panose="020B0604020202090204"/>
                  <a:ea typeface="Arial" panose="020B0604020202090204"/>
                  <a:cs typeface="Arial" panose="020B0604020202090204"/>
                </a:defRPr>
              </a:lvl1pPr>
              <a:lvl2pPr algn="l">
                <a:defRPr sz="3600" b="1">
                  <a:solidFill>
                    <a:srgbClr val="073A85"/>
                  </a:solidFill>
                  <a:latin typeface="Arial" panose="020B0604020202090204"/>
                  <a:ea typeface="Arial" panose="020B0604020202090204"/>
                  <a:cs typeface="Arial" panose="020B0604020202090204"/>
                </a:defRPr>
              </a:lvl2pPr>
              <a:lvl3pPr algn="l">
                <a:defRPr sz="3600" b="1">
                  <a:solidFill>
                    <a:srgbClr val="073A85"/>
                  </a:solidFill>
                  <a:latin typeface="Arial" panose="020B0604020202090204"/>
                  <a:ea typeface="Arial" panose="020B0604020202090204"/>
                  <a:cs typeface="Arial" panose="020B0604020202090204"/>
                </a:defRPr>
              </a:lvl3pPr>
              <a:lvl4pPr algn="l">
                <a:defRPr sz="3600" b="1">
                  <a:solidFill>
                    <a:srgbClr val="073A85"/>
                  </a:solidFill>
                  <a:latin typeface="Arial" panose="020B0604020202090204"/>
                  <a:ea typeface="Arial" panose="020B0604020202090204"/>
                  <a:cs typeface="Arial" panose="020B0604020202090204"/>
                </a:defRPr>
              </a:lvl4pPr>
              <a:lvl5pPr algn="l">
                <a:defRPr sz="3600" b="1">
                  <a:solidFill>
                    <a:srgbClr val="073A85"/>
                  </a:solidFill>
                  <a:latin typeface="Arial" panose="020B0604020202090204"/>
                  <a:ea typeface="Arial" panose="020B0604020202090204"/>
                  <a:cs typeface="Arial" panose="020B0604020202090204"/>
                </a:defRPr>
              </a:lvl5pPr>
              <a:lvl6pPr algn="l">
                <a:defRPr sz="3600" b="1">
                  <a:solidFill>
                    <a:srgbClr val="073A85"/>
                  </a:solidFill>
                  <a:latin typeface="Arial" panose="020B0604020202090204"/>
                  <a:ea typeface="Arial" panose="020B0604020202090204"/>
                  <a:cs typeface="Arial" panose="020B0604020202090204"/>
                </a:defRPr>
              </a:lvl6pPr>
              <a:lvl7pPr algn="l">
                <a:defRPr sz="3600" b="1">
                  <a:solidFill>
                    <a:srgbClr val="073A85"/>
                  </a:solidFill>
                  <a:latin typeface="Arial" panose="020B0604020202090204"/>
                  <a:ea typeface="Arial" panose="020B0604020202090204"/>
                  <a:cs typeface="Arial" panose="020B0604020202090204"/>
                </a:defRPr>
              </a:lvl7pPr>
              <a:lvl8pPr algn="l">
                <a:defRPr sz="3600" b="1">
                  <a:solidFill>
                    <a:srgbClr val="073A85"/>
                  </a:solidFill>
                  <a:latin typeface="Arial" panose="020B0604020202090204"/>
                  <a:ea typeface="Arial" panose="020B0604020202090204"/>
                  <a:cs typeface="Arial" panose="020B0604020202090204"/>
                </a:defRPr>
              </a:lvl8pPr>
              <a:lvl9pPr algn="l">
                <a:defRPr sz="3600" b="1">
                  <a:solidFill>
                    <a:srgbClr val="073A85"/>
                  </a:solidFill>
                  <a:latin typeface="Arial" panose="020B0604020202090204"/>
                  <a:ea typeface="Arial" panose="020B0604020202090204"/>
                  <a:cs typeface="Arial" panose="020B0604020202090204"/>
                </a:defRPr>
              </a:lvl9pPr>
            </a:lstStyle>
            <a:p>
              <a:pPr algn="l">
                <a:defRPr sz="3600" b="1">
                  <a:solidFill>
                    <a:srgbClr val="073A85"/>
                  </a:solidFill>
                  <a:latin typeface="Arial" panose="020B0604020202090204"/>
                  <a:ea typeface="Arial" panose="020B0604020202090204"/>
                  <a:cs typeface="Arial" panose="020B0604020202090204"/>
                </a:defRPr>
              </a:pPr>
              <a:r>
                <a:rPr sz="3600" b="1">
                  <a:solidFill>
                    <a:srgbClr val="073A85"/>
                  </a:solidFill>
                  <a:latin typeface="Times New Roman Regular" panose="02020503050405090304" charset="0"/>
                  <a:ea typeface="Arial" panose="020B0604020202090204"/>
                  <a:cs typeface="Times New Roman Regular" panose="02020503050405090304" charset="0"/>
                </a:rPr>
                <a:t>01  QUESTION, MODEL &amp; MERITS</a:t>
              </a:r>
              <a:endParaRPr sz="360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11" name="panel-10"/>
            <p:cNvSpPr>
              <a:spLocks noGrp="1"/>
            </p:cNvSpPr>
            <p:nvPr/>
          </p:nvSpPr>
          <p:spPr>
            <a:xfrm>
              <a:off x="1500" y="10350"/>
              <a:ext cx="20769" cy="45"/>
            </a:xfrm>
            <a:prstGeom prst="rect">
              <a:avLst/>
            </a:prstGeom>
            <a:solidFill>
              <a:srgbClr val="087F82"/>
            </a:solidFill>
            <a:ln w="14288">
              <a:noFill/>
            </a:ln>
          </p:spPr>
        </p:sp>
        <p:sp>
          <p:nvSpPr>
            <p:cNvPr id="12" name="text-11"/>
            <p:cNvSpPr>
              <a:spLocks noGrp="1"/>
            </p:cNvSpPr>
            <p:nvPr/>
          </p:nvSpPr>
          <p:spPr>
            <a:xfrm>
              <a:off x="23319" y="9375"/>
              <a:ext cx="20769" cy="975"/>
            </a:xfrm>
            <a:prstGeom prst="rect">
              <a:avLst/>
            </a:prstGeom>
            <a:noFill/>
            <a:ln>
              <a:noFill/>
            </a:ln>
          </p:spPr>
          <p:txBody>
            <a:bodyPr wrap="square" lIns="0" tIns="0" rIns="0" bIns="0" anchor="t">
              <a:noAutofit/>
            </a:bodyPr>
            <a:lstStyle>
              <a:defPPr algn="l">
                <a:defRPr sz="3600" b="1">
                  <a:solidFill>
                    <a:srgbClr val="073A85"/>
                  </a:solidFill>
                  <a:latin typeface="Arial" panose="020B0604020202090204"/>
                  <a:ea typeface="Arial" panose="020B0604020202090204"/>
                  <a:cs typeface="Arial" panose="020B0604020202090204"/>
                </a:defRPr>
              </a:defPPr>
              <a:lvl1pPr algn="l">
                <a:defRPr sz="3600" b="1">
                  <a:solidFill>
                    <a:srgbClr val="073A85"/>
                  </a:solidFill>
                  <a:latin typeface="Arial" panose="020B0604020202090204"/>
                  <a:ea typeface="Arial" panose="020B0604020202090204"/>
                  <a:cs typeface="Arial" panose="020B0604020202090204"/>
                </a:defRPr>
              </a:lvl1pPr>
              <a:lvl2pPr algn="l">
                <a:defRPr sz="3600" b="1">
                  <a:solidFill>
                    <a:srgbClr val="073A85"/>
                  </a:solidFill>
                  <a:latin typeface="Arial" panose="020B0604020202090204"/>
                  <a:ea typeface="Arial" panose="020B0604020202090204"/>
                  <a:cs typeface="Arial" panose="020B0604020202090204"/>
                </a:defRPr>
              </a:lvl2pPr>
              <a:lvl3pPr algn="l">
                <a:defRPr sz="3600" b="1">
                  <a:solidFill>
                    <a:srgbClr val="073A85"/>
                  </a:solidFill>
                  <a:latin typeface="Arial" panose="020B0604020202090204"/>
                  <a:ea typeface="Arial" panose="020B0604020202090204"/>
                  <a:cs typeface="Arial" panose="020B0604020202090204"/>
                </a:defRPr>
              </a:lvl3pPr>
              <a:lvl4pPr algn="l">
                <a:defRPr sz="3600" b="1">
                  <a:solidFill>
                    <a:srgbClr val="073A85"/>
                  </a:solidFill>
                  <a:latin typeface="Arial" panose="020B0604020202090204"/>
                  <a:ea typeface="Arial" panose="020B0604020202090204"/>
                  <a:cs typeface="Arial" panose="020B0604020202090204"/>
                </a:defRPr>
              </a:lvl4pPr>
              <a:lvl5pPr algn="l">
                <a:defRPr sz="3600" b="1">
                  <a:solidFill>
                    <a:srgbClr val="073A85"/>
                  </a:solidFill>
                  <a:latin typeface="Arial" panose="020B0604020202090204"/>
                  <a:ea typeface="Arial" panose="020B0604020202090204"/>
                  <a:cs typeface="Arial" panose="020B0604020202090204"/>
                </a:defRPr>
              </a:lvl5pPr>
              <a:lvl6pPr algn="l">
                <a:defRPr sz="3600" b="1">
                  <a:solidFill>
                    <a:srgbClr val="073A85"/>
                  </a:solidFill>
                  <a:latin typeface="Arial" panose="020B0604020202090204"/>
                  <a:ea typeface="Arial" panose="020B0604020202090204"/>
                  <a:cs typeface="Arial" panose="020B0604020202090204"/>
                </a:defRPr>
              </a:lvl6pPr>
              <a:lvl7pPr algn="l">
                <a:defRPr sz="3600" b="1">
                  <a:solidFill>
                    <a:srgbClr val="073A85"/>
                  </a:solidFill>
                  <a:latin typeface="Arial" panose="020B0604020202090204"/>
                  <a:ea typeface="Arial" panose="020B0604020202090204"/>
                  <a:cs typeface="Arial" panose="020B0604020202090204"/>
                </a:defRPr>
              </a:lvl7pPr>
              <a:lvl8pPr algn="l">
                <a:defRPr sz="3600" b="1">
                  <a:solidFill>
                    <a:srgbClr val="073A85"/>
                  </a:solidFill>
                  <a:latin typeface="Arial" panose="020B0604020202090204"/>
                  <a:ea typeface="Arial" panose="020B0604020202090204"/>
                  <a:cs typeface="Arial" panose="020B0604020202090204"/>
                </a:defRPr>
              </a:lvl8pPr>
              <a:lvl9pPr algn="l">
                <a:defRPr sz="3600" b="1">
                  <a:solidFill>
                    <a:srgbClr val="073A85"/>
                  </a:solidFill>
                  <a:latin typeface="Arial" panose="020B0604020202090204"/>
                  <a:ea typeface="Arial" panose="020B0604020202090204"/>
                  <a:cs typeface="Arial" panose="020B0604020202090204"/>
                </a:defRPr>
              </a:lvl9pPr>
            </a:lstStyle>
            <a:p>
              <a:pPr algn="l">
                <a:defRPr sz="3600" b="1">
                  <a:solidFill>
                    <a:srgbClr val="073A85"/>
                  </a:solidFill>
                  <a:latin typeface="Arial" panose="020B0604020202090204"/>
                  <a:ea typeface="Arial" panose="020B0604020202090204"/>
                  <a:cs typeface="Arial" panose="020B0604020202090204"/>
                </a:defRPr>
              </a:pPr>
              <a:r>
                <a:rPr sz="3600" b="1">
                  <a:solidFill>
                    <a:srgbClr val="073A85"/>
                  </a:solidFill>
                  <a:latin typeface="Times New Roman Regular" panose="02020503050405090304" charset="0"/>
                  <a:ea typeface="Arial" panose="020B0604020202090204"/>
                  <a:cs typeface="Times New Roman Regular" panose="02020503050405090304" charset="0"/>
                </a:rPr>
                <a:t>02  METHOD &amp; EVIDENCE</a:t>
              </a:r>
              <a:endParaRPr sz="360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13" name="panel-12"/>
            <p:cNvSpPr>
              <a:spLocks noGrp="1"/>
            </p:cNvSpPr>
            <p:nvPr/>
          </p:nvSpPr>
          <p:spPr>
            <a:xfrm>
              <a:off x="23319" y="10350"/>
              <a:ext cx="20769" cy="45"/>
            </a:xfrm>
            <a:prstGeom prst="rect">
              <a:avLst/>
            </a:prstGeom>
            <a:solidFill>
              <a:srgbClr val="087F82"/>
            </a:solidFill>
            <a:ln w="14288">
              <a:noFill/>
            </a:ln>
          </p:spPr>
        </p:sp>
        <p:sp>
          <p:nvSpPr>
            <p:cNvPr id="14" name="text-13"/>
            <p:cNvSpPr>
              <a:spLocks noGrp="1"/>
            </p:cNvSpPr>
            <p:nvPr/>
          </p:nvSpPr>
          <p:spPr>
            <a:xfrm>
              <a:off x="45139" y="9375"/>
              <a:ext cx="20769" cy="975"/>
            </a:xfrm>
            <a:prstGeom prst="rect">
              <a:avLst/>
            </a:prstGeom>
            <a:noFill/>
            <a:ln>
              <a:noFill/>
            </a:ln>
          </p:spPr>
          <p:txBody>
            <a:bodyPr wrap="square" lIns="0" tIns="0" rIns="0" bIns="0" anchor="t">
              <a:noAutofit/>
            </a:bodyPr>
            <a:lstStyle>
              <a:defPPr algn="l">
                <a:defRPr sz="3600" b="1">
                  <a:solidFill>
                    <a:srgbClr val="073A85"/>
                  </a:solidFill>
                  <a:latin typeface="Arial" panose="020B0604020202090204"/>
                  <a:ea typeface="Arial" panose="020B0604020202090204"/>
                  <a:cs typeface="Arial" panose="020B0604020202090204"/>
                </a:defRPr>
              </a:defPPr>
              <a:lvl1pPr algn="l">
                <a:defRPr sz="3600" b="1">
                  <a:solidFill>
                    <a:srgbClr val="073A85"/>
                  </a:solidFill>
                  <a:latin typeface="Arial" panose="020B0604020202090204"/>
                  <a:ea typeface="Arial" panose="020B0604020202090204"/>
                  <a:cs typeface="Arial" panose="020B0604020202090204"/>
                </a:defRPr>
              </a:lvl1pPr>
              <a:lvl2pPr algn="l">
                <a:defRPr sz="3600" b="1">
                  <a:solidFill>
                    <a:srgbClr val="073A85"/>
                  </a:solidFill>
                  <a:latin typeface="Arial" panose="020B0604020202090204"/>
                  <a:ea typeface="Arial" panose="020B0604020202090204"/>
                  <a:cs typeface="Arial" panose="020B0604020202090204"/>
                </a:defRPr>
              </a:lvl2pPr>
              <a:lvl3pPr algn="l">
                <a:defRPr sz="3600" b="1">
                  <a:solidFill>
                    <a:srgbClr val="073A85"/>
                  </a:solidFill>
                  <a:latin typeface="Arial" panose="020B0604020202090204"/>
                  <a:ea typeface="Arial" panose="020B0604020202090204"/>
                  <a:cs typeface="Arial" panose="020B0604020202090204"/>
                </a:defRPr>
              </a:lvl3pPr>
              <a:lvl4pPr algn="l">
                <a:defRPr sz="3600" b="1">
                  <a:solidFill>
                    <a:srgbClr val="073A85"/>
                  </a:solidFill>
                  <a:latin typeface="Arial" panose="020B0604020202090204"/>
                  <a:ea typeface="Arial" panose="020B0604020202090204"/>
                  <a:cs typeface="Arial" panose="020B0604020202090204"/>
                </a:defRPr>
              </a:lvl4pPr>
              <a:lvl5pPr algn="l">
                <a:defRPr sz="3600" b="1">
                  <a:solidFill>
                    <a:srgbClr val="073A85"/>
                  </a:solidFill>
                  <a:latin typeface="Arial" panose="020B0604020202090204"/>
                  <a:ea typeface="Arial" panose="020B0604020202090204"/>
                  <a:cs typeface="Arial" panose="020B0604020202090204"/>
                </a:defRPr>
              </a:lvl5pPr>
              <a:lvl6pPr algn="l">
                <a:defRPr sz="3600" b="1">
                  <a:solidFill>
                    <a:srgbClr val="073A85"/>
                  </a:solidFill>
                  <a:latin typeface="Arial" panose="020B0604020202090204"/>
                  <a:ea typeface="Arial" panose="020B0604020202090204"/>
                  <a:cs typeface="Arial" panose="020B0604020202090204"/>
                </a:defRPr>
              </a:lvl6pPr>
              <a:lvl7pPr algn="l">
                <a:defRPr sz="3600" b="1">
                  <a:solidFill>
                    <a:srgbClr val="073A85"/>
                  </a:solidFill>
                  <a:latin typeface="Arial" panose="020B0604020202090204"/>
                  <a:ea typeface="Arial" panose="020B0604020202090204"/>
                  <a:cs typeface="Arial" panose="020B0604020202090204"/>
                </a:defRPr>
              </a:lvl7pPr>
              <a:lvl8pPr algn="l">
                <a:defRPr sz="3600" b="1">
                  <a:solidFill>
                    <a:srgbClr val="073A85"/>
                  </a:solidFill>
                  <a:latin typeface="Arial" panose="020B0604020202090204"/>
                  <a:ea typeface="Arial" panose="020B0604020202090204"/>
                  <a:cs typeface="Arial" panose="020B0604020202090204"/>
                </a:defRPr>
              </a:lvl8pPr>
              <a:lvl9pPr algn="l">
                <a:defRPr sz="3600" b="1">
                  <a:solidFill>
                    <a:srgbClr val="073A85"/>
                  </a:solidFill>
                  <a:latin typeface="Arial" panose="020B0604020202090204"/>
                  <a:ea typeface="Arial" panose="020B0604020202090204"/>
                  <a:cs typeface="Arial" panose="020B0604020202090204"/>
                </a:defRPr>
              </a:lvl9pPr>
            </a:lstStyle>
            <a:p>
              <a:pPr algn="l">
                <a:defRPr sz="3600" b="1">
                  <a:solidFill>
                    <a:srgbClr val="073A85"/>
                  </a:solidFill>
                  <a:latin typeface="Arial" panose="020B0604020202090204"/>
                  <a:ea typeface="Arial" panose="020B0604020202090204"/>
                  <a:cs typeface="Arial" panose="020B0604020202090204"/>
                </a:defRPr>
              </a:pPr>
              <a:r>
                <a:rPr sz="3600" b="1">
                  <a:solidFill>
                    <a:srgbClr val="073A85"/>
                  </a:solidFill>
                  <a:latin typeface="Times New Roman Regular" panose="02020503050405090304" charset="0"/>
                  <a:ea typeface="Arial" panose="020B0604020202090204"/>
                  <a:cs typeface="Times New Roman Regular" panose="02020503050405090304" charset="0"/>
                </a:rPr>
                <a:t>03  IMPACTS &amp; FUTURE RESEARCH</a:t>
              </a:r>
              <a:endParaRPr sz="360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15" name="panel-14"/>
            <p:cNvSpPr>
              <a:spLocks noGrp="1"/>
            </p:cNvSpPr>
            <p:nvPr/>
          </p:nvSpPr>
          <p:spPr>
            <a:xfrm>
              <a:off x="45139" y="10350"/>
              <a:ext cx="20769" cy="45"/>
            </a:xfrm>
            <a:prstGeom prst="rect">
              <a:avLst/>
            </a:prstGeom>
            <a:solidFill>
              <a:srgbClr val="087F82"/>
            </a:solidFill>
            <a:ln w="14288">
              <a:noFill/>
            </a:ln>
          </p:spPr>
        </p:sp>
        <p:sp>
          <p:nvSpPr>
            <p:cNvPr id="16" name="text-15"/>
            <p:cNvSpPr>
              <a:spLocks noGrp="1"/>
            </p:cNvSpPr>
            <p:nvPr/>
          </p:nvSpPr>
          <p:spPr>
            <a:xfrm>
              <a:off x="1500" y="11025"/>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a:solidFill>
                    <a:srgbClr val="073A85"/>
                  </a:solidFill>
                  <a:latin typeface="Times New Roman" panose="02020503050405090304" charset="0"/>
                  <a:ea typeface="Arial" panose="020B0604020202090204"/>
                  <a:cs typeface="Times New Roman" panose="02020503050405090304" charset="0"/>
                </a:rPr>
                <a:t>When should an institution reserve a slot?</a:t>
              </a:r>
              <a:endParaRPr sz="3150">
                <a:solidFill>
                  <a:srgbClr val="073A85"/>
                </a:solidFill>
                <a:latin typeface="Times New Roman" panose="02020503050405090304" charset="0"/>
                <a:ea typeface="Arial" panose="020B0604020202090204"/>
                <a:cs typeface="Times New Roman" panose="02020503050405090304" charset="0"/>
              </a:endParaRPr>
            </a:p>
          </p:txBody>
        </p:sp>
        <p:sp>
          <p:nvSpPr>
            <p:cNvPr id="17" name="text-16"/>
            <p:cNvSpPr>
              <a:spLocks noGrp="1"/>
            </p:cNvSpPr>
            <p:nvPr/>
          </p:nvSpPr>
          <p:spPr>
            <a:xfrm>
              <a:off x="1500" y="12000"/>
              <a:ext cx="20769" cy="2325"/>
            </a:xfrm>
            <a:prstGeom prst="rect">
              <a:avLst/>
            </a:prstGeom>
            <a:noFill/>
            <a:ln>
              <a:noFill/>
            </a:ln>
          </p:spPr>
          <p:txBody>
            <a:bodyPr wrap="square" lIns="0" tIns="0" rIns="0" bIns="0" anchor="t">
              <a:noAutofit/>
            </a:bodyPr>
            <a:lstStyle>
              <a:defPPr algn="l">
                <a:defRPr sz="3600" b="1">
                  <a:solidFill>
                    <a:srgbClr val="172C43"/>
                  </a:solidFill>
                  <a:latin typeface="Arial" panose="020B0604020202090204"/>
                  <a:ea typeface="Arial" panose="020B0604020202090204"/>
                  <a:cs typeface="Arial" panose="020B0604020202090204"/>
                </a:defRPr>
              </a:defPPr>
              <a:lvl1pPr algn="l">
                <a:defRPr sz="3600" b="1">
                  <a:solidFill>
                    <a:srgbClr val="172C43"/>
                  </a:solidFill>
                  <a:latin typeface="Arial" panose="020B0604020202090204"/>
                  <a:ea typeface="Arial" panose="020B0604020202090204"/>
                  <a:cs typeface="Arial" panose="020B0604020202090204"/>
                </a:defRPr>
              </a:lvl1pPr>
              <a:lvl2pPr algn="l">
                <a:defRPr sz="3600" b="1">
                  <a:solidFill>
                    <a:srgbClr val="172C43"/>
                  </a:solidFill>
                  <a:latin typeface="Arial" panose="020B0604020202090204"/>
                  <a:ea typeface="Arial" panose="020B0604020202090204"/>
                  <a:cs typeface="Arial" panose="020B0604020202090204"/>
                </a:defRPr>
              </a:lvl2pPr>
              <a:lvl3pPr algn="l">
                <a:defRPr sz="3600" b="1">
                  <a:solidFill>
                    <a:srgbClr val="172C43"/>
                  </a:solidFill>
                  <a:latin typeface="Arial" panose="020B0604020202090204"/>
                  <a:ea typeface="Arial" panose="020B0604020202090204"/>
                  <a:cs typeface="Arial" panose="020B0604020202090204"/>
                </a:defRPr>
              </a:lvl3pPr>
              <a:lvl4pPr algn="l">
                <a:defRPr sz="3600" b="1">
                  <a:solidFill>
                    <a:srgbClr val="172C43"/>
                  </a:solidFill>
                  <a:latin typeface="Arial" panose="020B0604020202090204"/>
                  <a:ea typeface="Arial" panose="020B0604020202090204"/>
                  <a:cs typeface="Arial" panose="020B0604020202090204"/>
                </a:defRPr>
              </a:lvl4pPr>
              <a:lvl5pPr algn="l">
                <a:defRPr sz="3600" b="1">
                  <a:solidFill>
                    <a:srgbClr val="172C43"/>
                  </a:solidFill>
                  <a:latin typeface="Arial" panose="020B0604020202090204"/>
                  <a:ea typeface="Arial" panose="020B0604020202090204"/>
                  <a:cs typeface="Arial" panose="020B0604020202090204"/>
                </a:defRPr>
              </a:lvl5pPr>
              <a:lvl6pPr algn="l">
                <a:defRPr sz="3600" b="1">
                  <a:solidFill>
                    <a:srgbClr val="172C43"/>
                  </a:solidFill>
                  <a:latin typeface="Arial" panose="020B0604020202090204"/>
                  <a:ea typeface="Arial" panose="020B0604020202090204"/>
                  <a:cs typeface="Arial" panose="020B0604020202090204"/>
                </a:defRPr>
              </a:lvl6pPr>
              <a:lvl7pPr algn="l">
                <a:defRPr sz="3600" b="1">
                  <a:solidFill>
                    <a:srgbClr val="172C43"/>
                  </a:solidFill>
                  <a:latin typeface="Arial" panose="020B0604020202090204"/>
                  <a:ea typeface="Arial" panose="020B0604020202090204"/>
                  <a:cs typeface="Arial" panose="020B0604020202090204"/>
                </a:defRPr>
              </a:lvl7pPr>
              <a:lvl8pPr algn="l">
                <a:defRPr sz="3600" b="1">
                  <a:solidFill>
                    <a:srgbClr val="172C43"/>
                  </a:solidFill>
                  <a:latin typeface="Arial" panose="020B0604020202090204"/>
                  <a:ea typeface="Arial" panose="020B0604020202090204"/>
                  <a:cs typeface="Arial" panose="020B0604020202090204"/>
                </a:defRPr>
              </a:lvl8pPr>
              <a:lvl9pPr algn="l">
                <a:defRPr sz="3600" b="1">
                  <a:solidFill>
                    <a:srgbClr val="172C43"/>
                  </a:solidFill>
                  <a:latin typeface="Arial" panose="020B0604020202090204"/>
                  <a:ea typeface="Arial" panose="020B0604020202090204"/>
                  <a:cs typeface="Arial" panose="020B0604020202090204"/>
                </a:defRPr>
              </a:lvl9pPr>
            </a:lstStyle>
            <a:p>
              <a:pPr algn="l">
                <a:defRPr sz="3600" b="1">
                  <a:solidFill>
                    <a:srgbClr val="172C43"/>
                  </a:solidFill>
                  <a:latin typeface="Arial" panose="020B0604020202090204"/>
                  <a:ea typeface="Arial" panose="020B0604020202090204"/>
                  <a:cs typeface="Arial" panose="020B0604020202090204"/>
                </a:defRPr>
              </a:pPr>
              <a:r>
                <a:rPr sz="3600">
                  <a:solidFill>
                    <a:srgbClr val="172C43"/>
                  </a:solidFill>
                  <a:latin typeface="Times New Roman" panose="02020503050405090304" charset="0"/>
                  <a:ea typeface="Arial" panose="020B0604020202090204"/>
                  <a:cs typeface="Times New Roman" panose="02020503050405090304" charset="0"/>
                </a:rPr>
                <a:t>Can a verified risk reserve improve scarce AI research allocation relative to a pure first-price auction?</a:t>
              </a:r>
              <a:endParaRPr sz="3600">
                <a:solidFill>
                  <a:srgbClr val="172C43"/>
                </a:solidFill>
                <a:latin typeface="Times New Roman" panose="02020503050405090304" charset="0"/>
                <a:ea typeface="Arial" panose="020B0604020202090204"/>
                <a:cs typeface="Times New Roman" panose="02020503050405090304" charset="0"/>
              </a:endParaRPr>
            </a:p>
          </p:txBody>
        </p:sp>
        <p:sp>
          <p:nvSpPr>
            <p:cNvPr id="18" name="text-17"/>
            <p:cNvSpPr>
              <a:spLocks noGrp="1"/>
            </p:cNvSpPr>
            <p:nvPr/>
          </p:nvSpPr>
          <p:spPr>
            <a:xfrm>
              <a:off x="1500" y="14550"/>
              <a:ext cx="20769" cy="2175"/>
            </a:xfrm>
            <a:prstGeom prst="rect">
              <a:avLst/>
            </a:prstGeom>
            <a:noFill/>
            <a:ln>
              <a:noFill/>
            </a:ln>
          </p:spPr>
          <p:txBody>
            <a:bodyPr wrap="square" lIns="0" tIns="0" rIns="0" bIns="0" anchor="t">
              <a:noAutofit/>
            </a:bodyPr>
            <a:lstStyle>
              <a:defPPr algn="l">
                <a:defRPr sz="2925" b="0">
                  <a:solidFill>
                    <a:srgbClr val="172C43"/>
                  </a:solidFill>
                  <a:latin typeface="Arial" panose="020B0604020202090204"/>
                  <a:ea typeface="Arial" panose="020B0604020202090204"/>
                  <a:cs typeface="Arial" panose="020B0604020202090204"/>
                </a:defRPr>
              </a:defPPr>
              <a:lvl1pPr algn="l">
                <a:defRPr sz="2925" b="0">
                  <a:solidFill>
                    <a:srgbClr val="172C43"/>
                  </a:solidFill>
                  <a:latin typeface="Arial" panose="020B0604020202090204"/>
                  <a:ea typeface="Arial" panose="020B0604020202090204"/>
                  <a:cs typeface="Arial" panose="020B0604020202090204"/>
                </a:defRPr>
              </a:lvl1pPr>
              <a:lvl2pPr algn="l">
                <a:defRPr sz="2925" b="0">
                  <a:solidFill>
                    <a:srgbClr val="172C43"/>
                  </a:solidFill>
                  <a:latin typeface="Arial" panose="020B0604020202090204"/>
                  <a:ea typeface="Arial" panose="020B0604020202090204"/>
                  <a:cs typeface="Arial" panose="020B0604020202090204"/>
                </a:defRPr>
              </a:lvl2pPr>
              <a:lvl3pPr algn="l">
                <a:defRPr sz="2925" b="0">
                  <a:solidFill>
                    <a:srgbClr val="172C43"/>
                  </a:solidFill>
                  <a:latin typeface="Arial" panose="020B0604020202090204"/>
                  <a:ea typeface="Arial" panose="020B0604020202090204"/>
                  <a:cs typeface="Arial" panose="020B0604020202090204"/>
                </a:defRPr>
              </a:lvl3pPr>
              <a:lvl4pPr algn="l">
                <a:defRPr sz="2925" b="0">
                  <a:solidFill>
                    <a:srgbClr val="172C43"/>
                  </a:solidFill>
                  <a:latin typeface="Arial" panose="020B0604020202090204"/>
                  <a:ea typeface="Arial" panose="020B0604020202090204"/>
                  <a:cs typeface="Arial" panose="020B0604020202090204"/>
                </a:defRPr>
              </a:lvl4pPr>
              <a:lvl5pPr algn="l">
                <a:defRPr sz="2925" b="0">
                  <a:solidFill>
                    <a:srgbClr val="172C43"/>
                  </a:solidFill>
                  <a:latin typeface="Arial" panose="020B0604020202090204"/>
                  <a:ea typeface="Arial" panose="020B0604020202090204"/>
                  <a:cs typeface="Arial" panose="020B0604020202090204"/>
                </a:defRPr>
              </a:lvl5pPr>
              <a:lvl6pPr algn="l">
                <a:defRPr sz="2925" b="0">
                  <a:solidFill>
                    <a:srgbClr val="172C43"/>
                  </a:solidFill>
                  <a:latin typeface="Arial" panose="020B0604020202090204"/>
                  <a:ea typeface="Arial" panose="020B0604020202090204"/>
                  <a:cs typeface="Arial" panose="020B0604020202090204"/>
                </a:defRPr>
              </a:lvl6pPr>
              <a:lvl7pPr algn="l">
                <a:defRPr sz="2925" b="0">
                  <a:solidFill>
                    <a:srgbClr val="172C43"/>
                  </a:solidFill>
                  <a:latin typeface="Arial" panose="020B0604020202090204"/>
                  <a:ea typeface="Arial" panose="020B0604020202090204"/>
                  <a:cs typeface="Arial" panose="020B0604020202090204"/>
                </a:defRPr>
              </a:lvl7pPr>
              <a:lvl8pPr algn="l">
                <a:defRPr sz="2925" b="0">
                  <a:solidFill>
                    <a:srgbClr val="172C43"/>
                  </a:solidFill>
                  <a:latin typeface="Arial" panose="020B0604020202090204"/>
                  <a:ea typeface="Arial" panose="020B0604020202090204"/>
                  <a:cs typeface="Arial" panose="020B0604020202090204"/>
                </a:defRPr>
              </a:lvl8pPr>
              <a:lvl9pPr algn="l">
                <a:defRPr sz="2925" b="0">
                  <a:solidFill>
                    <a:srgbClr val="172C43"/>
                  </a:solidFill>
                  <a:latin typeface="Arial" panose="020B0604020202090204"/>
                  <a:ea typeface="Arial" panose="020B0604020202090204"/>
                  <a:cs typeface="Arial" panose="020B0604020202090204"/>
                </a:defRPr>
              </a:lvl9pPr>
            </a:lstStyle>
            <a:p>
              <a:pPr algn="l">
                <a:defRPr sz="2925" b="0">
                  <a:solidFill>
                    <a:srgbClr val="172C43"/>
                  </a:solidFill>
                  <a:latin typeface="Arial" panose="020B0604020202090204"/>
                  <a:ea typeface="Arial" panose="020B0604020202090204"/>
                  <a:cs typeface="Arial" panose="020B0604020202090204"/>
                </a:defRPr>
              </a:pPr>
              <a:r>
                <a:rPr sz="3200" b="0">
                  <a:solidFill>
                    <a:srgbClr val="172C43"/>
                  </a:solidFill>
                  <a:latin typeface="Times New Roman Regular" panose="02020503050405090304" charset="0"/>
                  <a:ea typeface="Arial" panose="020B0604020202090204"/>
                  <a:cs typeface="Times New Roman Regular" panose="02020503050405090304" charset="0"/>
                </a:rPr>
                <a:t>Application: </a:t>
              </a:r>
              <a:r>
                <a:rPr sz="3200" b="0">
                  <a:solidFill>
                    <a:srgbClr val="172C43"/>
                  </a:solidFill>
                  <a:latin typeface="Times New Roman Regular" panose="02020503050405090304" charset="0"/>
                  <a:ea typeface="Arial" panose="020B0604020202090204"/>
                  <a:cs typeface="Times New Roman Regular" panose="02020503050405090304" charset="0"/>
                </a:rPr>
                <a:t>an asset manager during earnings season. The 20-PM / 4-slot setting is a research assumption, not documented T. Rowe Price practice.</a:t>
              </a:r>
              <a:endParaRPr sz="32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9" name="text-18"/>
            <p:cNvSpPr>
              <a:spLocks noGrp="1"/>
            </p:cNvSpPr>
            <p:nvPr/>
          </p:nvSpPr>
          <p:spPr>
            <a:xfrm>
              <a:off x="1500" y="17100"/>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200">
                  <a:solidFill>
                    <a:srgbClr val="073A85"/>
                  </a:solidFill>
                  <a:latin typeface="Times New Roman" panose="02020503050405090304" charset="0"/>
                  <a:ea typeface="Arial" panose="020B0604020202090204"/>
                  <a:cs typeface="Times New Roman" panose="02020503050405090304" charset="0"/>
                </a:rPr>
                <a:t>20 portfolio managers, 4 identical slots</a:t>
              </a:r>
              <a:endParaRPr sz="3200">
                <a:solidFill>
                  <a:srgbClr val="073A85"/>
                </a:solidFill>
                <a:latin typeface="Times New Roman" panose="02020503050405090304" charset="0"/>
                <a:ea typeface="Arial" panose="020B0604020202090204"/>
                <a:cs typeface="Times New Roman" panose="02020503050405090304" charset="0"/>
              </a:endParaRPr>
            </a:p>
          </p:txBody>
        </p:sp>
        <p:sp>
          <p:nvSpPr>
            <p:cNvPr id="20" name="text-19"/>
            <p:cNvSpPr>
              <a:spLocks noGrp="1"/>
            </p:cNvSpPr>
            <p:nvPr/>
          </p:nvSpPr>
          <p:spPr>
            <a:xfrm>
              <a:off x="1500" y="18075"/>
              <a:ext cx="20769" cy="1500"/>
            </a:xfrm>
            <a:prstGeom prst="rect">
              <a:avLst/>
            </a:prstGeom>
            <a:noFill/>
            <a:ln>
              <a:noFill/>
            </a:ln>
          </p:spPr>
          <p:txBody>
            <a:bodyPr wrap="square" lIns="0" tIns="0" rIns="0" bIns="0" anchor="t">
              <a:noAutofit/>
            </a:bodyPr>
            <a:lstStyle>
              <a:defPPr algn="l">
                <a:defRPr sz="2850" b="0">
                  <a:solidFill>
                    <a:srgbClr val="172C43"/>
                  </a:solidFill>
                  <a:latin typeface="Arial" panose="020B0604020202090204"/>
                  <a:ea typeface="Arial" panose="020B0604020202090204"/>
                  <a:cs typeface="Arial" panose="020B0604020202090204"/>
                </a:defRPr>
              </a:defPPr>
              <a:lvl1pPr algn="l">
                <a:defRPr sz="2850" b="0">
                  <a:solidFill>
                    <a:srgbClr val="172C43"/>
                  </a:solidFill>
                  <a:latin typeface="Arial" panose="020B0604020202090204"/>
                  <a:ea typeface="Arial" panose="020B0604020202090204"/>
                  <a:cs typeface="Arial" panose="020B0604020202090204"/>
                </a:defRPr>
              </a:lvl1pPr>
              <a:lvl2pPr algn="l">
                <a:defRPr sz="2850" b="0">
                  <a:solidFill>
                    <a:srgbClr val="172C43"/>
                  </a:solidFill>
                  <a:latin typeface="Arial" panose="020B0604020202090204"/>
                  <a:ea typeface="Arial" panose="020B0604020202090204"/>
                  <a:cs typeface="Arial" panose="020B0604020202090204"/>
                </a:defRPr>
              </a:lvl2pPr>
              <a:lvl3pPr algn="l">
                <a:defRPr sz="2850" b="0">
                  <a:solidFill>
                    <a:srgbClr val="172C43"/>
                  </a:solidFill>
                  <a:latin typeface="Arial" panose="020B0604020202090204"/>
                  <a:ea typeface="Arial" panose="020B0604020202090204"/>
                  <a:cs typeface="Arial" panose="020B0604020202090204"/>
                </a:defRPr>
              </a:lvl3pPr>
              <a:lvl4pPr algn="l">
                <a:defRPr sz="2850" b="0">
                  <a:solidFill>
                    <a:srgbClr val="172C43"/>
                  </a:solidFill>
                  <a:latin typeface="Arial" panose="020B0604020202090204"/>
                  <a:ea typeface="Arial" panose="020B0604020202090204"/>
                  <a:cs typeface="Arial" panose="020B0604020202090204"/>
                </a:defRPr>
              </a:lvl4pPr>
              <a:lvl5pPr algn="l">
                <a:defRPr sz="2850" b="0">
                  <a:solidFill>
                    <a:srgbClr val="172C43"/>
                  </a:solidFill>
                  <a:latin typeface="Arial" panose="020B0604020202090204"/>
                  <a:ea typeface="Arial" panose="020B0604020202090204"/>
                  <a:cs typeface="Arial" panose="020B0604020202090204"/>
                </a:defRPr>
              </a:lvl5pPr>
              <a:lvl6pPr algn="l">
                <a:defRPr sz="2850" b="0">
                  <a:solidFill>
                    <a:srgbClr val="172C43"/>
                  </a:solidFill>
                  <a:latin typeface="Arial" panose="020B0604020202090204"/>
                  <a:ea typeface="Arial" panose="020B0604020202090204"/>
                  <a:cs typeface="Arial" panose="020B0604020202090204"/>
                </a:defRPr>
              </a:lvl6pPr>
              <a:lvl7pPr algn="l">
                <a:defRPr sz="2850" b="0">
                  <a:solidFill>
                    <a:srgbClr val="172C43"/>
                  </a:solidFill>
                  <a:latin typeface="Arial" panose="020B0604020202090204"/>
                  <a:ea typeface="Arial" panose="020B0604020202090204"/>
                  <a:cs typeface="Arial" panose="020B0604020202090204"/>
                </a:defRPr>
              </a:lvl7pPr>
              <a:lvl8pPr algn="l">
                <a:defRPr sz="2850" b="0">
                  <a:solidFill>
                    <a:srgbClr val="172C43"/>
                  </a:solidFill>
                  <a:latin typeface="Arial" panose="020B0604020202090204"/>
                  <a:ea typeface="Arial" panose="020B0604020202090204"/>
                  <a:cs typeface="Arial" panose="020B0604020202090204"/>
                </a:defRPr>
              </a:lvl8pPr>
              <a:lvl9pPr algn="l">
                <a:defRPr sz="2850" b="0">
                  <a:solidFill>
                    <a:srgbClr val="172C43"/>
                  </a:solidFill>
                  <a:latin typeface="Arial" panose="020B0604020202090204"/>
                  <a:ea typeface="Arial" panose="020B0604020202090204"/>
                  <a:cs typeface="Arial" panose="020B0604020202090204"/>
                </a:defRPr>
              </a:lvl9pPr>
            </a:lstStyle>
            <a:p>
              <a:pPr algn="l">
                <a:defRPr sz="2850" b="0">
                  <a:solidFill>
                    <a:srgbClr val="172C43"/>
                  </a:solidFill>
                  <a:latin typeface="Arial" panose="020B0604020202090204"/>
                  <a:ea typeface="Arial" panose="020B0604020202090204"/>
                  <a:cs typeface="Arial" panose="020B0604020202090204"/>
                </a:defRPr>
              </a:pPr>
              <a:r>
                <a:rPr sz="3200" b="0">
                  <a:solidFill>
                    <a:srgbClr val="172C43"/>
                  </a:solidFill>
                  <a:latin typeface="Times New Roman Regular" panose="02020503050405090304" charset="0"/>
                  <a:ea typeface="Arial" panose="020B0604020202090204"/>
                  <a:cs typeface="Times New Roman Regular" panose="02020503050405090304" charset="0"/>
                </a:rPr>
                <a:t>One slot per PM. Private value vᵢ ∈ [0,100].</a:t>
              </a:r>
              <a:endParaRPr sz="3200" b="0">
                <a:solidFill>
                  <a:srgbClr val="172C43"/>
                </a:solidFill>
                <a:latin typeface="Times New Roman Regular" panose="02020503050405090304" charset="0"/>
                <a:ea typeface="Arial" panose="020B0604020202090204"/>
                <a:cs typeface="Times New Roman Regular" panose="02020503050405090304" charset="0"/>
              </a:endParaRPr>
            </a:p>
            <a:p>
              <a:pPr algn="l">
                <a:defRPr sz="2850" b="0">
                  <a:solidFill>
                    <a:srgbClr val="172C43"/>
                  </a:solidFill>
                  <a:latin typeface="Arial" panose="020B0604020202090204"/>
                  <a:ea typeface="Arial" panose="020B0604020202090204"/>
                  <a:cs typeface="Arial" panose="020B0604020202090204"/>
                </a:defRPr>
              </a:pPr>
              <a:r>
                <a:rPr sz="3200" b="0">
                  <a:solidFill>
                    <a:srgbClr val="172C43"/>
                  </a:solidFill>
                  <a:latin typeface="Times New Roman Regular" panose="02020503050405090304" charset="0"/>
                  <a:ea typeface="Arial" panose="020B0604020202090204"/>
                  <a:cs typeface="Times New Roman Regular" panose="02020503050405090304" charset="0"/>
                </a:rPr>
                <a:t>Public risk score rᵢ = 100EᵢSᵢ is frozen before bids.</a:t>
              </a:r>
              <a:endParaRPr sz="32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21" name="text-20"/>
            <p:cNvSpPr>
              <a:spLocks noGrp="1"/>
            </p:cNvSpPr>
            <p:nvPr/>
          </p:nvSpPr>
          <p:spPr>
            <a:xfrm>
              <a:off x="1500" y="19950"/>
              <a:ext cx="3600" cy="975"/>
            </a:xfrm>
            <a:prstGeom prst="rect">
              <a:avLst/>
            </a:prstGeom>
            <a:noFill/>
            <a:ln>
              <a:noFill/>
            </a:ln>
          </p:spPr>
          <p:txBody>
            <a:bodyPr wrap="square" lIns="0" tIns="0" rIns="0" bIns="0" anchor="t">
              <a:noAutofit/>
            </a:bodyPr>
            <a:lstStyle>
              <a:defPPr algn="l">
                <a:defRPr sz="2700" b="1">
                  <a:solidFill>
                    <a:srgbClr val="087F82"/>
                  </a:solidFill>
                  <a:latin typeface="Arial" panose="020B0604020202090204"/>
                  <a:ea typeface="Arial" panose="020B0604020202090204"/>
                  <a:cs typeface="Arial" panose="020B0604020202090204"/>
                </a:defRPr>
              </a:defPPr>
              <a:lvl1pPr algn="l">
                <a:defRPr sz="2700" b="1">
                  <a:solidFill>
                    <a:srgbClr val="087F82"/>
                  </a:solidFill>
                  <a:latin typeface="Arial" panose="020B0604020202090204"/>
                  <a:ea typeface="Arial" panose="020B0604020202090204"/>
                  <a:cs typeface="Arial" panose="020B0604020202090204"/>
                </a:defRPr>
              </a:lvl1pPr>
              <a:lvl2pPr algn="l">
                <a:defRPr sz="2700" b="1">
                  <a:solidFill>
                    <a:srgbClr val="087F82"/>
                  </a:solidFill>
                  <a:latin typeface="Arial" panose="020B0604020202090204"/>
                  <a:ea typeface="Arial" panose="020B0604020202090204"/>
                  <a:cs typeface="Arial" panose="020B0604020202090204"/>
                </a:defRPr>
              </a:lvl2pPr>
              <a:lvl3pPr algn="l">
                <a:defRPr sz="2700" b="1">
                  <a:solidFill>
                    <a:srgbClr val="087F82"/>
                  </a:solidFill>
                  <a:latin typeface="Arial" panose="020B0604020202090204"/>
                  <a:ea typeface="Arial" panose="020B0604020202090204"/>
                  <a:cs typeface="Arial" panose="020B0604020202090204"/>
                </a:defRPr>
              </a:lvl3pPr>
              <a:lvl4pPr algn="l">
                <a:defRPr sz="2700" b="1">
                  <a:solidFill>
                    <a:srgbClr val="087F82"/>
                  </a:solidFill>
                  <a:latin typeface="Arial" panose="020B0604020202090204"/>
                  <a:ea typeface="Arial" panose="020B0604020202090204"/>
                  <a:cs typeface="Arial" panose="020B0604020202090204"/>
                </a:defRPr>
              </a:lvl4pPr>
              <a:lvl5pPr algn="l">
                <a:defRPr sz="2700" b="1">
                  <a:solidFill>
                    <a:srgbClr val="087F82"/>
                  </a:solidFill>
                  <a:latin typeface="Arial" panose="020B0604020202090204"/>
                  <a:ea typeface="Arial" panose="020B0604020202090204"/>
                  <a:cs typeface="Arial" panose="020B0604020202090204"/>
                </a:defRPr>
              </a:lvl5pPr>
              <a:lvl6pPr algn="l">
                <a:defRPr sz="2700" b="1">
                  <a:solidFill>
                    <a:srgbClr val="087F82"/>
                  </a:solidFill>
                  <a:latin typeface="Arial" panose="020B0604020202090204"/>
                  <a:ea typeface="Arial" panose="020B0604020202090204"/>
                  <a:cs typeface="Arial" panose="020B0604020202090204"/>
                </a:defRPr>
              </a:lvl6pPr>
              <a:lvl7pPr algn="l">
                <a:defRPr sz="2700" b="1">
                  <a:solidFill>
                    <a:srgbClr val="087F82"/>
                  </a:solidFill>
                  <a:latin typeface="Arial" panose="020B0604020202090204"/>
                  <a:ea typeface="Arial" panose="020B0604020202090204"/>
                  <a:cs typeface="Arial" panose="020B0604020202090204"/>
                </a:defRPr>
              </a:lvl7pPr>
              <a:lvl8pPr algn="l">
                <a:defRPr sz="2700" b="1">
                  <a:solidFill>
                    <a:srgbClr val="087F82"/>
                  </a:solidFill>
                  <a:latin typeface="Arial" panose="020B0604020202090204"/>
                  <a:ea typeface="Arial" panose="020B0604020202090204"/>
                  <a:cs typeface="Arial" panose="020B0604020202090204"/>
                </a:defRPr>
              </a:lvl8pPr>
              <a:lvl9pPr algn="l">
                <a:defRPr sz="2700" b="1">
                  <a:solidFill>
                    <a:srgbClr val="087F82"/>
                  </a:solidFill>
                  <a:latin typeface="Arial" panose="020B0604020202090204"/>
                  <a:ea typeface="Arial" panose="020B0604020202090204"/>
                  <a:cs typeface="Arial" panose="020B0604020202090204"/>
                </a:defRPr>
              </a:lvl9pPr>
            </a:lstStyle>
            <a:p>
              <a:pPr algn="l">
                <a:defRPr sz="2700" b="1">
                  <a:solidFill>
                    <a:srgbClr val="087F82"/>
                  </a:solidFill>
                  <a:latin typeface="Arial" panose="020B0604020202090204"/>
                  <a:ea typeface="Arial" panose="020B0604020202090204"/>
                  <a:cs typeface="Arial" panose="020B0604020202090204"/>
                </a:defRPr>
              </a:pPr>
              <a:r>
                <a:rPr sz="2700">
                  <a:solidFill>
                    <a:srgbClr val="087F82"/>
                  </a:solidFill>
                  <a:latin typeface="Times New Roman" panose="02020503050405090304" charset="0"/>
                  <a:ea typeface="Arial" panose="020B0604020202090204"/>
                  <a:cs typeface="Times New Roman" panose="02020503050405090304" charset="0"/>
                </a:rPr>
                <a:t>PURE FPA</a:t>
              </a:r>
              <a:endParaRPr sz="2700">
                <a:solidFill>
                  <a:srgbClr val="087F82"/>
                </a:solidFill>
                <a:latin typeface="Times New Roman" panose="02020503050405090304" charset="0"/>
                <a:ea typeface="Arial" panose="020B0604020202090204"/>
                <a:cs typeface="Times New Roman" panose="02020503050405090304" charset="0"/>
              </a:endParaRPr>
            </a:p>
          </p:txBody>
        </p:sp>
        <p:sp>
          <p:nvSpPr>
            <p:cNvPr id="22" name="text-21"/>
            <p:cNvSpPr>
              <a:spLocks noGrp="1"/>
            </p:cNvSpPr>
            <p:nvPr/>
          </p:nvSpPr>
          <p:spPr>
            <a:xfrm>
              <a:off x="5475" y="19950"/>
              <a:ext cx="16794" cy="1500"/>
            </a:xfrm>
            <a:prstGeom prst="rect">
              <a:avLst/>
            </a:prstGeom>
            <a:noFill/>
            <a:ln>
              <a:noFill/>
            </a:ln>
          </p:spPr>
          <p:txBody>
            <a:bodyPr wrap="square" lIns="0" tIns="0" rIns="0" bIns="0" anchor="t">
              <a:noAutofit/>
            </a:bodyPr>
            <a:lstStyle>
              <a:defPPr algn="l">
                <a:defRPr sz="2700" b="0">
                  <a:solidFill>
                    <a:srgbClr val="172C43"/>
                  </a:solidFill>
                  <a:latin typeface="Arial" panose="020B0604020202090204"/>
                  <a:ea typeface="Arial" panose="020B0604020202090204"/>
                  <a:cs typeface="Arial" panose="020B0604020202090204"/>
                </a:defRPr>
              </a:defPPr>
              <a:lvl1pPr algn="l">
                <a:defRPr sz="2700" b="0">
                  <a:solidFill>
                    <a:srgbClr val="172C43"/>
                  </a:solidFill>
                  <a:latin typeface="Arial" panose="020B0604020202090204"/>
                  <a:ea typeface="Arial" panose="020B0604020202090204"/>
                  <a:cs typeface="Arial" panose="020B0604020202090204"/>
                </a:defRPr>
              </a:lvl1pPr>
              <a:lvl2pPr algn="l">
                <a:defRPr sz="2700" b="0">
                  <a:solidFill>
                    <a:srgbClr val="172C43"/>
                  </a:solidFill>
                  <a:latin typeface="Arial" panose="020B0604020202090204"/>
                  <a:ea typeface="Arial" panose="020B0604020202090204"/>
                  <a:cs typeface="Arial" panose="020B0604020202090204"/>
                </a:defRPr>
              </a:lvl2pPr>
              <a:lvl3pPr algn="l">
                <a:defRPr sz="2700" b="0">
                  <a:solidFill>
                    <a:srgbClr val="172C43"/>
                  </a:solidFill>
                  <a:latin typeface="Arial" panose="020B0604020202090204"/>
                  <a:ea typeface="Arial" panose="020B0604020202090204"/>
                  <a:cs typeface="Arial" panose="020B0604020202090204"/>
                </a:defRPr>
              </a:lvl3pPr>
              <a:lvl4pPr algn="l">
                <a:defRPr sz="2700" b="0">
                  <a:solidFill>
                    <a:srgbClr val="172C43"/>
                  </a:solidFill>
                  <a:latin typeface="Arial" panose="020B0604020202090204"/>
                  <a:ea typeface="Arial" panose="020B0604020202090204"/>
                  <a:cs typeface="Arial" panose="020B0604020202090204"/>
                </a:defRPr>
              </a:lvl4pPr>
              <a:lvl5pPr algn="l">
                <a:defRPr sz="2700" b="0">
                  <a:solidFill>
                    <a:srgbClr val="172C43"/>
                  </a:solidFill>
                  <a:latin typeface="Arial" panose="020B0604020202090204"/>
                  <a:ea typeface="Arial" panose="020B0604020202090204"/>
                  <a:cs typeface="Arial" panose="020B0604020202090204"/>
                </a:defRPr>
              </a:lvl5pPr>
              <a:lvl6pPr algn="l">
                <a:defRPr sz="2700" b="0">
                  <a:solidFill>
                    <a:srgbClr val="172C43"/>
                  </a:solidFill>
                  <a:latin typeface="Arial" panose="020B0604020202090204"/>
                  <a:ea typeface="Arial" panose="020B0604020202090204"/>
                  <a:cs typeface="Arial" panose="020B0604020202090204"/>
                </a:defRPr>
              </a:lvl6pPr>
              <a:lvl7pPr algn="l">
                <a:defRPr sz="2700" b="0">
                  <a:solidFill>
                    <a:srgbClr val="172C43"/>
                  </a:solidFill>
                  <a:latin typeface="Arial" panose="020B0604020202090204"/>
                  <a:ea typeface="Arial" panose="020B0604020202090204"/>
                  <a:cs typeface="Arial" panose="020B0604020202090204"/>
                </a:defRPr>
              </a:lvl7pPr>
              <a:lvl8pPr algn="l">
                <a:defRPr sz="2700" b="0">
                  <a:solidFill>
                    <a:srgbClr val="172C43"/>
                  </a:solidFill>
                  <a:latin typeface="Arial" panose="020B0604020202090204"/>
                  <a:ea typeface="Arial" panose="020B0604020202090204"/>
                  <a:cs typeface="Arial" panose="020B0604020202090204"/>
                </a:defRPr>
              </a:lvl8pPr>
              <a:lvl9pPr algn="l">
                <a:defRPr sz="2700" b="0">
                  <a:solidFill>
                    <a:srgbClr val="172C43"/>
                  </a:solidFill>
                  <a:latin typeface="Arial" panose="020B0604020202090204"/>
                  <a:ea typeface="Arial" panose="020B0604020202090204"/>
                  <a:cs typeface="Arial" panose="020B0604020202090204"/>
                </a:defRPr>
              </a:lvl9pPr>
            </a:lstStyle>
            <a:p>
              <a:pPr algn="l">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Four highest bids win and pay their own bids.</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23" name="text-22"/>
            <p:cNvSpPr>
              <a:spLocks noGrp="1"/>
            </p:cNvSpPr>
            <p:nvPr/>
          </p:nvSpPr>
          <p:spPr>
            <a:xfrm>
              <a:off x="1500" y="21600"/>
              <a:ext cx="3600" cy="975"/>
            </a:xfrm>
            <a:prstGeom prst="rect">
              <a:avLst/>
            </a:prstGeom>
            <a:noFill/>
            <a:ln>
              <a:noFill/>
            </a:ln>
          </p:spPr>
          <p:txBody>
            <a:bodyPr wrap="square" lIns="0" tIns="0" rIns="0" bIns="0" anchor="t">
              <a:noAutofit/>
            </a:bodyPr>
            <a:lstStyle>
              <a:defPPr algn="l">
                <a:defRPr sz="2700" b="1">
                  <a:solidFill>
                    <a:srgbClr val="087F82"/>
                  </a:solidFill>
                  <a:latin typeface="Arial" panose="020B0604020202090204"/>
                  <a:ea typeface="Arial" panose="020B0604020202090204"/>
                  <a:cs typeface="Arial" panose="020B0604020202090204"/>
                </a:defRPr>
              </a:defPPr>
              <a:lvl1pPr algn="l">
                <a:defRPr sz="2700" b="1">
                  <a:solidFill>
                    <a:srgbClr val="087F82"/>
                  </a:solidFill>
                  <a:latin typeface="Arial" panose="020B0604020202090204"/>
                  <a:ea typeface="Arial" panose="020B0604020202090204"/>
                  <a:cs typeface="Arial" panose="020B0604020202090204"/>
                </a:defRPr>
              </a:lvl1pPr>
              <a:lvl2pPr algn="l">
                <a:defRPr sz="2700" b="1">
                  <a:solidFill>
                    <a:srgbClr val="087F82"/>
                  </a:solidFill>
                  <a:latin typeface="Arial" panose="020B0604020202090204"/>
                  <a:ea typeface="Arial" panose="020B0604020202090204"/>
                  <a:cs typeface="Arial" panose="020B0604020202090204"/>
                </a:defRPr>
              </a:lvl2pPr>
              <a:lvl3pPr algn="l">
                <a:defRPr sz="2700" b="1">
                  <a:solidFill>
                    <a:srgbClr val="087F82"/>
                  </a:solidFill>
                  <a:latin typeface="Arial" panose="020B0604020202090204"/>
                  <a:ea typeface="Arial" panose="020B0604020202090204"/>
                  <a:cs typeface="Arial" panose="020B0604020202090204"/>
                </a:defRPr>
              </a:lvl3pPr>
              <a:lvl4pPr algn="l">
                <a:defRPr sz="2700" b="1">
                  <a:solidFill>
                    <a:srgbClr val="087F82"/>
                  </a:solidFill>
                  <a:latin typeface="Arial" panose="020B0604020202090204"/>
                  <a:ea typeface="Arial" panose="020B0604020202090204"/>
                  <a:cs typeface="Arial" panose="020B0604020202090204"/>
                </a:defRPr>
              </a:lvl4pPr>
              <a:lvl5pPr algn="l">
                <a:defRPr sz="2700" b="1">
                  <a:solidFill>
                    <a:srgbClr val="087F82"/>
                  </a:solidFill>
                  <a:latin typeface="Arial" panose="020B0604020202090204"/>
                  <a:ea typeface="Arial" panose="020B0604020202090204"/>
                  <a:cs typeface="Arial" panose="020B0604020202090204"/>
                </a:defRPr>
              </a:lvl5pPr>
              <a:lvl6pPr algn="l">
                <a:defRPr sz="2700" b="1">
                  <a:solidFill>
                    <a:srgbClr val="087F82"/>
                  </a:solidFill>
                  <a:latin typeface="Arial" panose="020B0604020202090204"/>
                  <a:ea typeface="Arial" panose="020B0604020202090204"/>
                  <a:cs typeface="Arial" panose="020B0604020202090204"/>
                </a:defRPr>
              </a:lvl6pPr>
              <a:lvl7pPr algn="l">
                <a:defRPr sz="2700" b="1">
                  <a:solidFill>
                    <a:srgbClr val="087F82"/>
                  </a:solidFill>
                  <a:latin typeface="Arial" panose="020B0604020202090204"/>
                  <a:ea typeface="Arial" panose="020B0604020202090204"/>
                  <a:cs typeface="Arial" panose="020B0604020202090204"/>
                </a:defRPr>
              </a:lvl7pPr>
              <a:lvl8pPr algn="l">
                <a:defRPr sz="2700" b="1">
                  <a:solidFill>
                    <a:srgbClr val="087F82"/>
                  </a:solidFill>
                  <a:latin typeface="Arial" panose="020B0604020202090204"/>
                  <a:ea typeface="Arial" panose="020B0604020202090204"/>
                  <a:cs typeface="Arial" panose="020B0604020202090204"/>
                </a:defRPr>
              </a:lvl8pPr>
              <a:lvl9pPr algn="l">
                <a:defRPr sz="2700" b="1">
                  <a:solidFill>
                    <a:srgbClr val="087F82"/>
                  </a:solidFill>
                  <a:latin typeface="Arial" panose="020B0604020202090204"/>
                  <a:ea typeface="Arial" panose="020B0604020202090204"/>
                  <a:cs typeface="Arial" panose="020B0604020202090204"/>
                </a:defRPr>
              </a:lvl9pPr>
            </a:lstStyle>
            <a:p>
              <a:pPr algn="l">
                <a:defRPr sz="2700" b="1">
                  <a:solidFill>
                    <a:srgbClr val="087F82"/>
                  </a:solidFill>
                  <a:latin typeface="Arial" panose="020B0604020202090204"/>
                  <a:ea typeface="Arial" panose="020B0604020202090204"/>
                  <a:cs typeface="Arial" panose="020B0604020202090204"/>
                </a:defRPr>
              </a:pPr>
              <a:r>
                <a:rPr sz="2700">
                  <a:solidFill>
                    <a:srgbClr val="087F82"/>
                  </a:solidFill>
                  <a:latin typeface="Times New Roman" panose="02020503050405090304" charset="0"/>
                  <a:ea typeface="Arial" panose="020B0604020202090204"/>
                  <a:cs typeface="Times New Roman" panose="02020503050405090304" charset="0"/>
                </a:rPr>
                <a:t>HYBRID</a:t>
              </a:r>
              <a:endParaRPr sz="2700">
                <a:solidFill>
                  <a:srgbClr val="087F82"/>
                </a:solidFill>
                <a:latin typeface="Times New Roman" panose="02020503050405090304" charset="0"/>
                <a:ea typeface="Arial" panose="020B0604020202090204"/>
                <a:cs typeface="Times New Roman" panose="02020503050405090304" charset="0"/>
              </a:endParaRPr>
            </a:p>
          </p:txBody>
        </p:sp>
        <p:sp>
          <p:nvSpPr>
            <p:cNvPr id="24" name="text-23"/>
            <p:cNvSpPr>
              <a:spLocks noGrp="1"/>
            </p:cNvSpPr>
            <p:nvPr/>
          </p:nvSpPr>
          <p:spPr>
            <a:xfrm>
              <a:off x="5475" y="21600"/>
              <a:ext cx="16794" cy="1500"/>
            </a:xfrm>
            <a:prstGeom prst="rect">
              <a:avLst/>
            </a:prstGeom>
            <a:noFill/>
            <a:ln>
              <a:noFill/>
            </a:ln>
          </p:spPr>
          <p:txBody>
            <a:bodyPr wrap="square" lIns="0" tIns="0" rIns="0" bIns="0" anchor="t">
              <a:noAutofit/>
            </a:bodyPr>
            <a:lstStyle>
              <a:defPPr algn="l">
                <a:defRPr sz="2700" b="0">
                  <a:solidFill>
                    <a:srgbClr val="172C43"/>
                  </a:solidFill>
                  <a:latin typeface="Arial" panose="020B0604020202090204"/>
                  <a:ea typeface="Arial" panose="020B0604020202090204"/>
                  <a:cs typeface="Arial" panose="020B0604020202090204"/>
                </a:defRPr>
              </a:defPPr>
              <a:lvl1pPr algn="l">
                <a:defRPr sz="2700" b="0">
                  <a:solidFill>
                    <a:srgbClr val="172C43"/>
                  </a:solidFill>
                  <a:latin typeface="Arial" panose="020B0604020202090204"/>
                  <a:ea typeface="Arial" panose="020B0604020202090204"/>
                  <a:cs typeface="Arial" panose="020B0604020202090204"/>
                </a:defRPr>
              </a:lvl1pPr>
              <a:lvl2pPr algn="l">
                <a:defRPr sz="2700" b="0">
                  <a:solidFill>
                    <a:srgbClr val="172C43"/>
                  </a:solidFill>
                  <a:latin typeface="Arial" panose="020B0604020202090204"/>
                  <a:ea typeface="Arial" panose="020B0604020202090204"/>
                  <a:cs typeface="Arial" panose="020B0604020202090204"/>
                </a:defRPr>
              </a:lvl2pPr>
              <a:lvl3pPr algn="l">
                <a:defRPr sz="2700" b="0">
                  <a:solidFill>
                    <a:srgbClr val="172C43"/>
                  </a:solidFill>
                  <a:latin typeface="Arial" panose="020B0604020202090204"/>
                  <a:ea typeface="Arial" panose="020B0604020202090204"/>
                  <a:cs typeface="Arial" panose="020B0604020202090204"/>
                </a:defRPr>
              </a:lvl3pPr>
              <a:lvl4pPr algn="l">
                <a:defRPr sz="2700" b="0">
                  <a:solidFill>
                    <a:srgbClr val="172C43"/>
                  </a:solidFill>
                  <a:latin typeface="Arial" panose="020B0604020202090204"/>
                  <a:ea typeface="Arial" panose="020B0604020202090204"/>
                  <a:cs typeface="Arial" panose="020B0604020202090204"/>
                </a:defRPr>
              </a:lvl4pPr>
              <a:lvl5pPr algn="l">
                <a:defRPr sz="2700" b="0">
                  <a:solidFill>
                    <a:srgbClr val="172C43"/>
                  </a:solidFill>
                  <a:latin typeface="Arial" panose="020B0604020202090204"/>
                  <a:ea typeface="Arial" panose="020B0604020202090204"/>
                  <a:cs typeface="Arial" panose="020B0604020202090204"/>
                </a:defRPr>
              </a:lvl5pPr>
              <a:lvl6pPr algn="l">
                <a:defRPr sz="2700" b="0">
                  <a:solidFill>
                    <a:srgbClr val="172C43"/>
                  </a:solidFill>
                  <a:latin typeface="Arial" panose="020B0604020202090204"/>
                  <a:ea typeface="Arial" panose="020B0604020202090204"/>
                  <a:cs typeface="Arial" panose="020B0604020202090204"/>
                </a:defRPr>
              </a:lvl6pPr>
              <a:lvl7pPr algn="l">
                <a:defRPr sz="2700" b="0">
                  <a:solidFill>
                    <a:srgbClr val="172C43"/>
                  </a:solidFill>
                  <a:latin typeface="Arial" panose="020B0604020202090204"/>
                  <a:ea typeface="Arial" panose="020B0604020202090204"/>
                  <a:cs typeface="Arial" panose="020B0604020202090204"/>
                </a:defRPr>
              </a:lvl7pPr>
              <a:lvl8pPr algn="l">
                <a:defRPr sz="2700" b="0">
                  <a:solidFill>
                    <a:srgbClr val="172C43"/>
                  </a:solidFill>
                  <a:latin typeface="Arial" panose="020B0604020202090204"/>
                  <a:ea typeface="Arial" panose="020B0604020202090204"/>
                  <a:cs typeface="Arial" panose="020B0604020202090204"/>
                </a:defRPr>
              </a:lvl8pPr>
              <a:lvl9pPr algn="l">
                <a:defRPr sz="2700" b="0">
                  <a:solidFill>
                    <a:srgbClr val="172C43"/>
                  </a:solidFill>
                  <a:latin typeface="Arial" panose="020B0604020202090204"/>
                  <a:ea typeface="Arial" panose="020B0604020202090204"/>
                  <a:cs typeface="Arial" panose="020B0604020202090204"/>
                </a:defRPr>
              </a:lvl9pPr>
            </a:lstStyle>
            <a:p>
              <a:pPr algn="l">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Highest rᵢ ≥ 60 gets one free reserve slot.</a:t>
              </a:r>
              <a:endParaRPr sz="2700" b="0">
                <a:solidFill>
                  <a:srgbClr val="172C43"/>
                </a:solidFill>
                <a:latin typeface="Times New Roman Regular" panose="02020503050405090304" charset="0"/>
                <a:ea typeface="Arial" panose="020B0604020202090204"/>
                <a:cs typeface="Times New Roman Regular" panose="02020503050405090304" charset="0"/>
              </a:endParaRPr>
            </a:p>
            <a:p>
              <a:pPr algn="l">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Auction the other three. No eligible PM: auction all four.</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25" name="text-24"/>
            <p:cNvSpPr>
              <a:spLocks noGrp="1"/>
            </p:cNvSpPr>
            <p:nvPr/>
          </p:nvSpPr>
          <p:spPr>
            <a:xfrm>
              <a:off x="1500" y="23250"/>
              <a:ext cx="3600" cy="975"/>
            </a:xfrm>
            <a:prstGeom prst="rect">
              <a:avLst/>
            </a:prstGeom>
            <a:noFill/>
            <a:ln>
              <a:noFill/>
            </a:ln>
          </p:spPr>
          <p:txBody>
            <a:bodyPr wrap="square" lIns="0" tIns="0" rIns="0" bIns="0" anchor="t">
              <a:noAutofit/>
            </a:bodyPr>
            <a:lstStyle>
              <a:defPPr algn="l">
                <a:defRPr sz="2700" b="1">
                  <a:solidFill>
                    <a:srgbClr val="087F82"/>
                  </a:solidFill>
                  <a:latin typeface="Arial" panose="020B0604020202090204"/>
                  <a:ea typeface="Arial" panose="020B0604020202090204"/>
                  <a:cs typeface="Arial" panose="020B0604020202090204"/>
                </a:defRPr>
              </a:defPPr>
              <a:lvl1pPr algn="l">
                <a:defRPr sz="2700" b="1">
                  <a:solidFill>
                    <a:srgbClr val="087F82"/>
                  </a:solidFill>
                  <a:latin typeface="Arial" panose="020B0604020202090204"/>
                  <a:ea typeface="Arial" panose="020B0604020202090204"/>
                  <a:cs typeface="Arial" panose="020B0604020202090204"/>
                </a:defRPr>
              </a:lvl1pPr>
              <a:lvl2pPr algn="l">
                <a:defRPr sz="2700" b="1">
                  <a:solidFill>
                    <a:srgbClr val="087F82"/>
                  </a:solidFill>
                  <a:latin typeface="Arial" panose="020B0604020202090204"/>
                  <a:ea typeface="Arial" panose="020B0604020202090204"/>
                  <a:cs typeface="Arial" panose="020B0604020202090204"/>
                </a:defRPr>
              </a:lvl2pPr>
              <a:lvl3pPr algn="l">
                <a:defRPr sz="2700" b="1">
                  <a:solidFill>
                    <a:srgbClr val="087F82"/>
                  </a:solidFill>
                  <a:latin typeface="Arial" panose="020B0604020202090204"/>
                  <a:ea typeface="Arial" panose="020B0604020202090204"/>
                  <a:cs typeface="Arial" panose="020B0604020202090204"/>
                </a:defRPr>
              </a:lvl3pPr>
              <a:lvl4pPr algn="l">
                <a:defRPr sz="2700" b="1">
                  <a:solidFill>
                    <a:srgbClr val="087F82"/>
                  </a:solidFill>
                  <a:latin typeface="Arial" panose="020B0604020202090204"/>
                  <a:ea typeface="Arial" panose="020B0604020202090204"/>
                  <a:cs typeface="Arial" panose="020B0604020202090204"/>
                </a:defRPr>
              </a:lvl4pPr>
              <a:lvl5pPr algn="l">
                <a:defRPr sz="2700" b="1">
                  <a:solidFill>
                    <a:srgbClr val="087F82"/>
                  </a:solidFill>
                  <a:latin typeface="Arial" panose="020B0604020202090204"/>
                  <a:ea typeface="Arial" panose="020B0604020202090204"/>
                  <a:cs typeface="Arial" panose="020B0604020202090204"/>
                </a:defRPr>
              </a:lvl5pPr>
              <a:lvl6pPr algn="l">
                <a:defRPr sz="2700" b="1">
                  <a:solidFill>
                    <a:srgbClr val="087F82"/>
                  </a:solidFill>
                  <a:latin typeface="Arial" panose="020B0604020202090204"/>
                  <a:ea typeface="Arial" panose="020B0604020202090204"/>
                  <a:cs typeface="Arial" panose="020B0604020202090204"/>
                </a:defRPr>
              </a:lvl6pPr>
              <a:lvl7pPr algn="l">
                <a:defRPr sz="2700" b="1">
                  <a:solidFill>
                    <a:srgbClr val="087F82"/>
                  </a:solidFill>
                  <a:latin typeface="Arial" panose="020B0604020202090204"/>
                  <a:ea typeface="Arial" panose="020B0604020202090204"/>
                  <a:cs typeface="Arial" panose="020B0604020202090204"/>
                </a:defRPr>
              </a:lvl7pPr>
              <a:lvl8pPr algn="l">
                <a:defRPr sz="2700" b="1">
                  <a:solidFill>
                    <a:srgbClr val="087F82"/>
                  </a:solidFill>
                  <a:latin typeface="Arial" panose="020B0604020202090204"/>
                  <a:ea typeface="Arial" panose="020B0604020202090204"/>
                  <a:cs typeface="Arial" panose="020B0604020202090204"/>
                </a:defRPr>
              </a:lvl8pPr>
              <a:lvl9pPr algn="l">
                <a:defRPr sz="2700" b="1">
                  <a:solidFill>
                    <a:srgbClr val="087F82"/>
                  </a:solidFill>
                  <a:latin typeface="Arial" panose="020B0604020202090204"/>
                  <a:ea typeface="Arial" panose="020B0604020202090204"/>
                  <a:cs typeface="Arial" panose="020B0604020202090204"/>
                </a:defRPr>
              </a:lvl9pPr>
            </a:lstStyle>
            <a:p>
              <a:pPr algn="l">
                <a:defRPr sz="2700" b="1">
                  <a:solidFill>
                    <a:srgbClr val="087F82"/>
                  </a:solidFill>
                  <a:latin typeface="Arial" panose="020B0604020202090204"/>
                  <a:ea typeface="Arial" panose="020B0604020202090204"/>
                  <a:cs typeface="Arial" panose="020B0604020202090204"/>
                </a:defRPr>
              </a:pPr>
              <a:r>
                <a:rPr sz="2700">
                  <a:solidFill>
                    <a:srgbClr val="087F82"/>
                  </a:solidFill>
                  <a:latin typeface="Times New Roman" panose="02020503050405090304" charset="0"/>
                  <a:ea typeface="Arial" panose="020B0604020202090204"/>
                  <a:cs typeface="Times New Roman" panose="02020503050405090304" charset="0"/>
                </a:rPr>
                <a:t>FCFS</a:t>
              </a:r>
              <a:endParaRPr sz="2700">
                <a:solidFill>
                  <a:srgbClr val="087F82"/>
                </a:solidFill>
                <a:latin typeface="Times New Roman" panose="02020503050405090304" charset="0"/>
                <a:ea typeface="Arial" panose="020B0604020202090204"/>
                <a:cs typeface="Times New Roman" panose="02020503050405090304" charset="0"/>
              </a:endParaRPr>
            </a:p>
          </p:txBody>
        </p:sp>
        <p:sp>
          <p:nvSpPr>
            <p:cNvPr id="26" name="text-25"/>
            <p:cNvSpPr>
              <a:spLocks noGrp="1"/>
            </p:cNvSpPr>
            <p:nvPr/>
          </p:nvSpPr>
          <p:spPr>
            <a:xfrm>
              <a:off x="5475" y="23250"/>
              <a:ext cx="16794" cy="1500"/>
            </a:xfrm>
            <a:prstGeom prst="rect">
              <a:avLst/>
            </a:prstGeom>
            <a:noFill/>
            <a:ln>
              <a:noFill/>
            </a:ln>
          </p:spPr>
          <p:txBody>
            <a:bodyPr wrap="square" lIns="0" tIns="0" rIns="0" bIns="0" anchor="t">
              <a:noAutofit/>
            </a:bodyPr>
            <a:lstStyle>
              <a:defPPr algn="l">
                <a:defRPr sz="2700" b="0">
                  <a:solidFill>
                    <a:srgbClr val="172C43"/>
                  </a:solidFill>
                  <a:latin typeface="Arial" panose="020B0604020202090204"/>
                  <a:ea typeface="Arial" panose="020B0604020202090204"/>
                  <a:cs typeface="Arial" panose="020B0604020202090204"/>
                </a:defRPr>
              </a:defPPr>
              <a:lvl1pPr algn="l">
                <a:defRPr sz="2700" b="0">
                  <a:solidFill>
                    <a:srgbClr val="172C43"/>
                  </a:solidFill>
                  <a:latin typeface="Arial" panose="020B0604020202090204"/>
                  <a:ea typeface="Arial" panose="020B0604020202090204"/>
                  <a:cs typeface="Arial" panose="020B0604020202090204"/>
                </a:defRPr>
              </a:lvl1pPr>
              <a:lvl2pPr algn="l">
                <a:defRPr sz="2700" b="0">
                  <a:solidFill>
                    <a:srgbClr val="172C43"/>
                  </a:solidFill>
                  <a:latin typeface="Arial" panose="020B0604020202090204"/>
                  <a:ea typeface="Arial" panose="020B0604020202090204"/>
                  <a:cs typeface="Arial" panose="020B0604020202090204"/>
                </a:defRPr>
              </a:lvl2pPr>
              <a:lvl3pPr algn="l">
                <a:defRPr sz="2700" b="0">
                  <a:solidFill>
                    <a:srgbClr val="172C43"/>
                  </a:solidFill>
                  <a:latin typeface="Arial" panose="020B0604020202090204"/>
                  <a:ea typeface="Arial" panose="020B0604020202090204"/>
                  <a:cs typeface="Arial" panose="020B0604020202090204"/>
                </a:defRPr>
              </a:lvl3pPr>
              <a:lvl4pPr algn="l">
                <a:defRPr sz="2700" b="0">
                  <a:solidFill>
                    <a:srgbClr val="172C43"/>
                  </a:solidFill>
                  <a:latin typeface="Arial" panose="020B0604020202090204"/>
                  <a:ea typeface="Arial" panose="020B0604020202090204"/>
                  <a:cs typeface="Arial" panose="020B0604020202090204"/>
                </a:defRPr>
              </a:lvl4pPr>
              <a:lvl5pPr algn="l">
                <a:defRPr sz="2700" b="0">
                  <a:solidFill>
                    <a:srgbClr val="172C43"/>
                  </a:solidFill>
                  <a:latin typeface="Arial" panose="020B0604020202090204"/>
                  <a:ea typeface="Arial" panose="020B0604020202090204"/>
                  <a:cs typeface="Arial" panose="020B0604020202090204"/>
                </a:defRPr>
              </a:lvl5pPr>
              <a:lvl6pPr algn="l">
                <a:defRPr sz="2700" b="0">
                  <a:solidFill>
                    <a:srgbClr val="172C43"/>
                  </a:solidFill>
                  <a:latin typeface="Arial" panose="020B0604020202090204"/>
                  <a:ea typeface="Arial" panose="020B0604020202090204"/>
                  <a:cs typeface="Arial" panose="020B0604020202090204"/>
                </a:defRPr>
              </a:lvl6pPr>
              <a:lvl7pPr algn="l">
                <a:defRPr sz="2700" b="0">
                  <a:solidFill>
                    <a:srgbClr val="172C43"/>
                  </a:solidFill>
                  <a:latin typeface="Arial" panose="020B0604020202090204"/>
                  <a:ea typeface="Arial" panose="020B0604020202090204"/>
                  <a:cs typeface="Arial" panose="020B0604020202090204"/>
                </a:defRPr>
              </a:lvl7pPr>
              <a:lvl8pPr algn="l">
                <a:defRPr sz="2700" b="0">
                  <a:solidFill>
                    <a:srgbClr val="172C43"/>
                  </a:solidFill>
                  <a:latin typeface="Arial" panose="020B0604020202090204"/>
                  <a:ea typeface="Arial" panose="020B0604020202090204"/>
                  <a:cs typeface="Arial" panose="020B0604020202090204"/>
                </a:defRPr>
              </a:lvl8pPr>
              <a:lvl9pPr algn="l">
                <a:defRPr sz="2700" b="0">
                  <a:solidFill>
                    <a:srgbClr val="172C43"/>
                  </a:solidFill>
                  <a:latin typeface="Arial" panose="020B0604020202090204"/>
                  <a:ea typeface="Arial" panose="020B0604020202090204"/>
                  <a:cs typeface="Arial" panose="020B0604020202090204"/>
                </a:defRPr>
              </a:lvl9pPr>
            </a:lstStyle>
            <a:p>
              <a:pPr algn="l">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Four earliest requests win for free, by exogenous arrival.</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27" name="panel-26"/>
            <p:cNvSpPr>
              <a:spLocks noGrp="1"/>
            </p:cNvSpPr>
            <p:nvPr/>
          </p:nvSpPr>
          <p:spPr>
            <a:xfrm>
              <a:off x="1500" y="25275"/>
              <a:ext cx="20769" cy="3225"/>
            </a:xfrm>
            <a:prstGeom prst="rect">
              <a:avLst/>
            </a:prstGeom>
            <a:solidFill>
              <a:srgbClr val="EEF6F6"/>
            </a:solidFill>
            <a:ln w="14288">
              <a:noFill/>
            </a:ln>
          </p:spPr>
        </p:sp>
        <p:sp>
          <p:nvSpPr>
            <p:cNvPr id="28" name="text-27"/>
            <p:cNvSpPr>
              <a:spLocks noGrp="1"/>
            </p:cNvSpPr>
            <p:nvPr/>
          </p:nvSpPr>
          <p:spPr>
            <a:xfrm>
              <a:off x="1875" y="25426"/>
              <a:ext cx="20019" cy="900"/>
            </a:xfrm>
            <a:prstGeom prst="rect">
              <a:avLst/>
            </a:prstGeom>
            <a:noFill/>
            <a:ln>
              <a:noFill/>
            </a:ln>
          </p:spPr>
          <p:txBody>
            <a:bodyPr wrap="square" lIns="0" tIns="0" rIns="0" bIns="0" anchor="t">
              <a:noAutofit/>
            </a:bodyPr>
            <a:lstStyle>
              <a:defPPr algn="l">
                <a:defRPr sz="3225" b="1">
                  <a:solidFill>
                    <a:srgbClr val="073A85"/>
                  </a:solidFill>
                  <a:latin typeface="Arial" panose="020B0604020202090204"/>
                  <a:ea typeface="Arial" panose="020B0604020202090204"/>
                  <a:cs typeface="Arial" panose="020B0604020202090204"/>
                </a:defRPr>
              </a:defPPr>
              <a:lvl1pPr algn="l">
                <a:defRPr sz="3225" b="1">
                  <a:solidFill>
                    <a:srgbClr val="073A85"/>
                  </a:solidFill>
                  <a:latin typeface="Arial" panose="020B0604020202090204"/>
                  <a:ea typeface="Arial" panose="020B0604020202090204"/>
                  <a:cs typeface="Arial" panose="020B0604020202090204"/>
                </a:defRPr>
              </a:lvl1pPr>
              <a:lvl2pPr algn="l">
                <a:defRPr sz="3225" b="1">
                  <a:solidFill>
                    <a:srgbClr val="073A85"/>
                  </a:solidFill>
                  <a:latin typeface="Arial" panose="020B0604020202090204"/>
                  <a:ea typeface="Arial" panose="020B0604020202090204"/>
                  <a:cs typeface="Arial" panose="020B0604020202090204"/>
                </a:defRPr>
              </a:lvl2pPr>
              <a:lvl3pPr algn="l">
                <a:defRPr sz="3225" b="1">
                  <a:solidFill>
                    <a:srgbClr val="073A85"/>
                  </a:solidFill>
                  <a:latin typeface="Arial" panose="020B0604020202090204"/>
                  <a:ea typeface="Arial" panose="020B0604020202090204"/>
                  <a:cs typeface="Arial" panose="020B0604020202090204"/>
                </a:defRPr>
              </a:lvl3pPr>
              <a:lvl4pPr algn="l">
                <a:defRPr sz="3225" b="1">
                  <a:solidFill>
                    <a:srgbClr val="073A85"/>
                  </a:solidFill>
                  <a:latin typeface="Arial" panose="020B0604020202090204"/>
                  <a:ea typeface="Arial" panose="020B0604020202090204"/>
                  <a:cs typeface="Arial" panose="020B0604020202090204"/>
                </a:defRPr>
              </a:lvl4pPr>
              <a:lvl5pPr algn="l">
                <a:defRPr sz="3225" b="1">
                  <a:solidFill>
                    <a:srgbClr val="073A85"/>
                  </a:solidFill>
                  <a:latin typeface="Arial" panose="020B0604020202090204"/>
                  <a:ea typeface="Arial" panose="020B0604020202090204"/>
                  <a:cs typeface="Arial" panose="020B0604020202090204"/>
                </a:defRPr>
              </a:lvl5pPr>
              <a:lvl6pPr algn="l">
                <a:defRPr sz="3225" b="1">
                  <a:solidFill>
                    <a:srgbClr val="073A85"/>
                  </a:solidFill>
                  <a:latin typeface="Arial" panose="020B0604020202090204"/>
                  <a:ea typeface="Arial" panose="020B0604020202090204"/>
                  <a:cs typeface="Arial" panose="020B0604020202090204"/>
                </a:defRPr>
              </a:lvl6pPr>
              <a:lvl7pPr algn="l">
                <a:defRPr sz="3225" b="1">
                  <a:solidFill>
                    <a:srgbClr val="073A85"/>
                  </a:solidFill>
                  <a:latin typeface="Arial" panose="020B0604020202090204"/>
                  <a:ea typeface="Arial" panose="020B0604020202090204"/>
                  <a:cs typeface="Arial" panose="020B0604020202090204"/>
                </a:defRPr>
              </a:lvl7pPr>
              <a:lvl8pPr algn="l">
                <a:defRPr sz="3225" b="1">
                  <a:solidFill>
                    <a:srgbClr val="073A85"/>
                  </a:solidFill>
                  <a:latin typeface="Arial" panose="020B0604020202090204"/>
                  <a:ea typeface="Arial" panose="020B0604020202090204"/>
                  <a:cs typeface="Arial" panose="020B0604020202090204"/>
                </a:defRPr>
              </a:lvl8pPr>
              <a:lvl9pPr algn="l">
                <a:defRPr sz="3225" b="1">
                  <a:solidFill>
                    <a:srgbClr val="073A85"/>
                  </a:solidFill>
                  <a:latin typeface="Arial" panose="020B0604020202090204"/>
                  <a:ea typeface="Arial" panose="020B0604020202090204"/>
                  <a:cs typeface="Arial" panose="020B0604020202090204"/>
                </a:defRPr>
              </a:lvl9pPr>
            </a:lstStyle>
            <a:p>
              <a:pPr algn="l">
                <a:defRPr sz="3225" b="1">
                  <a:solidFill>
                    <a:srgbClr val="073A85"/>
                  </a:solidFill>
                  <a:latin typeface="Arial" panose="020B0604020202090204"/>
                  <a:ea typeface="Arial" panose="020B0604020202090204"/>
                  <a:cs typeface="Arial" panose="020B0604020202090204"/>
                </a:defRPr>
              </a:pPr>
              <a:r>
                <a:rPr sz="3225" b="1">
                  <a:solidFill>
                    <a:srgbClr val="073A85"/>
                  </a:solidFill>
                  <a:latin typeface="Times New Roman Regular" panose="02020503050405090304" charset="0"/>
                  <a:ea typeface="Arial" panose="020B0604020202090204"/>
                  <a:cs typeface="Times New Roman Regular" panose="02020503050405090304" charset="0"/>
                </a:rPr>
                <a:t>W = V + λC      Hybrid beats Pure FPA iff λΔC &gt; L</a:t>
              </a:r>
              <a:endParaRPr sz="3225"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29" name="text-28"/>
            <p:cNvSpPr>
              <a:spLocks noGrp="1"/>
            </p:cNvSpPr>
            <p:nvPr/>
          </p:nvSpPr>
          <p:spPr>
            <a:xfrm>
              <a:off x="1875" y="26280"/>
              <a:ext cx="21603" cy="1949"/>
            </a:xfrm>
            <a:prstGeom prst="rect">
              <a:avLst/>
            </a:prstGeom>
            <a:noFill/>
            <a:ln>
              <a:noFill/>
            </a:ln>
          </p:spPr>
          <p:txBody>
            <a:bodyPr wrap="square" lIns="0" tIns="0" rIns="0" bIns="0" anchor="t">
              <a:noAutofit/>
            </a:bodyPr>
            <a:lstStyle>
              <a:defPPr algn="l">
                <a:defRPr sz="2400" b="0">
                  <a:solidFill>
                    <a:srgbClr val="172C43"/>
                  </a:solidFill>
                  <a:latin typeface="Arial" panose="020B0604020202090204"/>
                  <a:ea typeface="Arial" panose="020B0604020202090204"/>
                  <a:cs typeface="Arial" panose="020B0604020202090204"/>
                </a:defRPr>
              </a:defPPr>
              <a:lvl1pPr algn="l">
                <a:defRPr sz="2400" b="0">
                  <a:solidFill>
                    <a:srgbClr val="172C43"/>
                  </a:solidFill>
                  <a:latin typeface="Arial" panose="020B0604020202090204"/>
                  <a:ea typeface="Arial" panose="020B0604020202090204"/>
                  <a:cs typeface="Arial" panose="020B0604020202090204"/>
                </a:defRPr>
              </a:lvl1pPr>
              <a:lvl2pPr algn="l">
                <a:defRPr sz="2400" b="0">
                  <a:solidFill>
                    <a:srgbClr val="172C43"/>
                  </a:solidFill>
                  <a:latin typeface="Arial" panose="020B0604020202090204"/>
                  <a:ea typeface="Arial" panose="020B0604020202090204"/>
                  <a:cs typeface="Arial" panose="020B0604020202090204"/>
                </a:defRPr>
              </a:lvl2pPr>
              <a:lvl3pPr algn="l">
                <a:defRPr sz="2400" b="0">
                  <a:solidFill>
                    <a:srgbClr val="172C43"/>
                  </a:solidFill>
                  <a:latin typeface="Arial" panose="020B0604020202090204"/>
                  <a:ea typeface="Arial" panose="020B0604020202090204"/>
                  <a:cs typeface="Arial" panose="020B0604020202090204"/>
                </a:defRPr>
              </a:lvl3pPr>
              <a:lvl4pPr algn="l">
                <a:defRPr sz="2400" b="0">
                  <a:solidFill>
                    <a:srgbClr val="172C43"/>
                  </a:solidFill>
                  <a:latin typeface="Arial" panose="020B0604020202090204"/>
                  <a:ea typeface="Arial" panose="020B0604020202090204"/>
                  <a:cs typeface="Arial" panose="020B0604020202090204"/>
                </a:defRPr>
              </a:lvl4pPr>
              <a:lvl5pPr algn="l">
                <a:defRPr sz="2400" b="0">
                  <a:solidFill>
                    <a:srgbClr val="172C43"/>
                  </a:solidFill>
                  <a:latin typeface="Arial" panose="020B0604020202090204"/>
                  <a:ea typeface="Arial" panose="020B0604020202090204"/>
                  <a:cs typeface="Arial" panose="020B0604020202090204"/>
                </a:defRPr>
              </a:lvl5pPr>
              <a:lvl6pPr algn="l">
                <a:defRPr sz="2400" b="0">
                  <a:solidFill>
                    <a:srgbClr val="172C43"/>
                  </a:solidFill>
                  <a:latin typeface="Arial" panose="020B0604020202090204"/>
                  <a:ea typeface="Arial" panose="020B0604020202090204"/>
                  <a:cs typeface="Arial" panose="020B0604020202090204"/>
                </a:defRPr>
              </a:lvl6pPr>
              <a:lvl7pPr algn="l">
                <a:defRPr sz="2400" b="0">
                  <a:solidFill>
                    <a:srgbClr val="172C43"/>
                  </a:solidFill>
                  <a:latin typeface="Arial" panose="020B0604020202090204"/>
                  <a:ea typeface="Arial" panose="020B0604020202090204"/>
                  <a:cs typeface="Arial" panose="020B0604020202090204"/>
                </a:defRPr>
              </a:lvl7pPr>
              <a:lvl8pPr algn="l">
                <a:defRPr sz="2400" b="0">
                  <a:solidFill>
                    <a:srgbClr val="172C43"/>
                  </a:solidFill>
                  <a:latin typeface="Arial" panose="020B0604020202090204"/>
                  <a:ea typeface="Arial" panose="020B0604020202090204"/>
                  <a:cs typeface="Arial" panose="020B0604020202090204"/>
                </a:defRPr>
              </a:lvl8pPr>
              <a:lvl9pPr algn="l">
                <a:defRPr sz="2400" b="0">
                  <a:solidFill>
                    <a:srgbClr val="172C43"/>
                  </a:solidFill>
                  <a:latin typeface="Arial" panose="020B0604020202090204"/>
                  <a:ea typeface="Arial" panose="020B0604020202090204"/>
                  <a:cs typeface="Arial" panose="020B0604020202090204"/>
                </a:defRPr>
              </a:lvl9pPr>
            </a:lstStyle>
            <a:p>
              <a:pPr algn="l">
                <a:defRPr sz="2400" b="0">
                  <a:solidFill>
                    <a:srgbClr val="172C43"/>
                  </a:solidFill>
                  <a:latin typeface="Arial" panose="020B0604020202090204"/>
                  <a:ea typeface="Arial" panose="020B0604020202090204"/>
                  <a:cs typeface="Arial" panose="020B0604020202090204"/>
                </a:defRPr>
              </a:pPr>
              <a:r>
                <a:rPr sz="2800" b="0">
                  <a:solidFill>
                    <a:srgbClr val="172C43"/>
                  </a:solidFill>
                  <a:latin typeface="Times New Roman Regular" panose="02020503050405090304" charset="0"/>
                  <a:ea typeface="Arial" panose="020B0604020202090204"/>
                  <a:cs typeface="Times New Roman Regular" panose="02020503050405090304" charset="0"/>
                </a:rPr>
                <a:t>V = total allocated private value     C = total allocated risk</a:t>
              </a:r>
              <a:endParaRPr sz="2800" b="0">
                <a:solidFill>
                  <a:srgbClr val="172C43"/>
                </a:solidFill>
                <a:latin typeface="Times New Roman Regular" panose="02020503050405090304" charset="0"/>
                <a:ea typeface="Arial" panose="020B0604020202090204"/>
                <a:cs typeface="Times New Roman Regular" panose="02020503050405090304" charset="0"/>
              </a:endParaRPr>
            </a:p>
            <a:p>
              <a:pPr algn="l">
                <a:defRPr sz="2400" b="0">
                  <a:solidFill>
                    <a:srgbClr val="172C43"/>
                  </a:solidFill>
                  <a:latin typeface="Arial" panose="020B0604020202090204"/>
                  <a:ea typeface="Arial" panose="020B0604020202090204"/>
                  <a:cs typeface="Arial" panose="020B0604020202090204"/>
                </a:defRPr>
              </a:pPr>
              <a:r>
                <a:rPr sz="2800" b="0">
                  <a:solidFill>
                    <a:srgbClr val="172C43"/>
                  </a:solidFill>
                  <a:latin typeface="Times New Roman Regular" panose="02020503050405090304" charset="0"/>
                  <a:ea typeface="Arial" panose="020B0604020202090204"/>
                  <a:cs typeface="Times New Roman Regular" panose="02020503050405090304" charset="0"/>
                </a:rPr>
                <a:t>ΔC = C(H) − C(P)     L = V(P) − V(H)</a:t>
              </a:r>
              <a:endParaRPr sz="2800" b="0">
                <a:solidFill>
                  <a:srgbClr val="172C43"/>
                </a:solidFill>
                <a:latin typeface="Times New Roman Regular" panose="02020503050405090304" charset="0"/>
                <a:ea typeface="Arial" panose="020B0604020202090204"/>
                <a:cs typeface="Times New Roman Regular" panose="02020503050405090304" charset="0"/>
              </a:endParaRPr>
            </a:p>
            <a:p>
              <a:pPr algn="l">
                <a:defRPr sz="2400" b="0">
                  <a:solidFill>
                    <a:srgbClr val="172C43"/>
                  </a:solidFill>
                  <a:latin typeface="Arial" panose="020B0604020202090204"/>
                  <a:ea typeface="Arial" panose="020B0604020202090204"/>
                  <a:cs typeface="Arial" panose="020B0604020202090204"/>
                </a:defRPr>
              </a:pPr>
              <a:r>
                <a:rPr sz="2800" b="0">
                  <a:solidFill>
                    <a:srgbClr val="172C43"/>
                  </a:solidFill>
                  <a:latin typeface="Times New Roman Regular" panose="02020503050405090304" charset="0"/>
                  <a:ea typeface="Arial" panose="020B0604020202090204"/>
                  <a:cs typeface="Times New Roman Regular" panose="02020503050405090304" charset="0"/>
                </a:rPr>
                <a:t>Payments are internal transfers, reported separately.</a:t>
              </a:r>
              <a:endParaRPr sz="28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30" name="text-29"/>
            <p:cNvSpPr>
              <a:spLocks noGrp="1"/>
            </p:cNvSpPr>
            <p:nvPr/>
          </p:nvSpPr>
          <p:spPr>
            <a:xfrm>
              <a:off x="1500" y="28650"/>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a:solidFill>
                    <a:srgbClr val="073A85"/>
                  </a:solidFill>
                  <a:latin typeface="Times New Roman" panose="02020503050405090304" charset="0"/>
                  <a:ea typeface="Arial" panose="020B0604020202090204"/>
                  <a:cs typeface="Times New Roman" panose="02020503050405090304" charset="0"/>
                </a:rPr>
                <a:t>Intellectual Merits: inherited foundations</a:t>
              </a:r>
              <a:endParaRPr sz="3150">
                <a:solidFill>
                  <a:srgbClr val="073A85"/>
                </a:solidFill>
                <a:latin typeface="Times New Roman" panose="02020503050405090304" charset="0"/>
                <a:ea typeface="Arial" panose="020B0604020202090204"/>
                <a:cs typeface="Times New Roman" panose="02020503050405090304" charset="0"/>
              </a:endParaRPr>
            </a:p>
          </p:txBody>
        </p:sp>
        <p:sp>
          <p:nvSpPr>
            <p:cNvPr id="31" name="panel-30"/>
            <p:cNvSpPr>
              <a:spLocks noGrp="1"/>
            </p:cNvSpPr>
            <p:nvPr/>
          </p:nvSpPr>
          <p:spPr>
            <a:xfrm>
              <a:off x="1500" y="29700"/>
              <a:ext cx="6623" cy="2850"/>
            </a:xfrm>
            <a:prstGeom prst="rect">
              <a:avLst/>
            </a:prstGeom>
            <a:solidFill>
              <a:srgbClr val="EEF6F6"/>
            </a:solidFill>
            <a:ln w="14288">
              <a:solidFill>
                <a:srgbClr val="B9CDDA"/>
              </a:solidFill>
            </a:ln>
          </p:spPr>
        </p:sp>
        <p:sp>
          <p:nvSpPr>
            <p:cNvPr id="32" name="text-31"/>
            <p:cNvSpPr>
              <a:spLocks noGrp="1"/>
            </p:cNvSpPr>
            <p:nvPr/>
          </p:nvSpPr>
          <p:spPr>
            <a:xfrm>
              <a:off x="1770" y="29925"/>
              <a:ext cx="6083" cy="2475"/>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endParaRPr>
                <a:latin typeface="Times New Roman Regular" panose="02020503050405090304" charset="0"/>
                <a:cs typeface="Times New Roman Regular" panose="02020503050405090304" charset="0"/>
              </a:endParaRPr>
            </a:p>
          </p:txBody>
        </p:sp>
        <p:sp>
          <p:nvSpPr>
            <p:cNvPr id="33" name="text-32"/>
            <p:cNvSpPr>
              <a:spLocks noGrp="1"/>
            </p:cNvSpPr>
            <p:nvPr/>
          </p:nvSpPr>
          <p:spPr>
            <a:xfrm>
              <a:off x="1725" y="29940"/>
              <a:ext cx="6173" cy="1050"/>
            </a:xfrm>
            <a:prstGeom prst="rect">
              <a:avLst/>
            </a:prstGeom>
            <a:noFill/>
            <a:ln>
              <a:noFill/>
            </a:ln>
          </p:spPr>
          <p:txBody>
            <a:bodyPr wrap="square" lIns="0" tIns="0" rIns="0" bIns="0" anchor="t">
              <a:noAutofit/>
            </a:bodyPr>
            <a:lstStyle>
              <a:defPPr algn="ctr">
                <a:defRPr sz="2175" b="1">
                  <a:solidFill>
                    <a:srgbClr val="073A85"/>
                  </a:solidFill>
                  <a:latin typeface="Arial" panose="020B0604020202090204"/>
                  <a:ea typeface="Arial" panose="020B0604020202090204"/>
                  <a:cs typeface="Arial" panose="020B0604020202090204"/>
                </a:defRPr>
              </a:defPPr>
              <a:lvl1pPr algn="ctr">
                <a:defRPr sz="2175" b="1">
                  <a:solidFill>
                    <a:srgbClr val="073A85"/>
                  </a:solidFill>
                  <a:latin typeface="Arial" panose="020B0604020202090204"/>
                  <a:ea typeface="Arial" panose="020B0604020202090204"/>
                  <a:cs typeface="Arial" panose="020B0604020202090204"/>
                </a:defRPr>
              </a:lvl1pPr>
              <a:lvl2pPr algn="ctr">
                <a:defRPr sz="2175" b="1">
                  <a:solidFill>
                    <a:srgbClr val="073A85"/>
                  </a:solidFill>
                  <a:latin typeface="Arial" panose="020B0604020202090204"/>
                  <a:ea typeface="Arial" panose="020B0604020202090204"/>
                  <a:cs typeface="Arial" panose="020B0604020202090204"/>
                </a:defRPr>
              </a:lvl2pPr>
              <a:lvl3pPr algn="ctr">
                <a:defRPr sz="2175" b="1">
                  <a:solidFill>
                    <a:srgbClr val="073A85"/>
                  </a:solidFill>
                  <a:latin typeface="Arial" panose="020B0604020202090204"/>
                  <a:ea typeface="Arial" panose="020B0604020202090204"/>
                  <a:cs typeface="Arial" panose="020B0604020202090204"/>
                </a:defRPr>
              </a:lvl3pPr>
              <a:lvl4pPr algn="ctr">
                <a:defRPr sz="2175" b="1">
                  <a:solidFill>
                    <a:srgbClr val="073A85"/>
                  </a:solidFill>
                  <a:latin typeface="Arial" panose="020B0604020202090204"/>
                  <a:ea typeface="Arial" panose="020B0604020202090204"/>
                  <a:cs typeface="Arial" panose="020B0604020202090204"/>
                </a:defRPr>
              </a:lvl4pPr>
              <a:lvl5pPr algn="ctr">
                <a:defRPr sz="2175" b="1">
                  <a:solidFill>
                    <a:srgbClr val="073A85"/>
                  </a:solidFill>
                  <a:latin typeface="Arial" panose="020B0604020202090204"/>
                  <a:ea typeface="Arial" panose="020B0604020202090204"/>
                  <a:cs typeface="Arial" panose="020B0604020202090204"/>
                </a:defRPr>
              </a:lvl5pPr>
              <a:lvl6pPr algn="ctr">
                <a:defRPr sz="2175" b="1">
                  <a:solidFill>
                    <a:srgbClr val="073A85"/>
                  </a:solidFill>
                  <a:latin typeface="Arial" panose="020B0604020202090204"/>
                  <a:ea typeface="Arial" panose="020B0604020202090204"/>
                  <a:cs typeface="Arial" panose="020B0604020202090204"/>
                </a:defRPr>
              </a:lvl6pPr>
              <a:lvl7pPr algn="ctr">
                <a:defRPr sz="2175" b="1">
                  <a:solidFill>
                    <a:srgbClr val="073A85"/>
                  </a:solidFill>
                  <a:latin typeface="Arial" panose="020B0604020202090204"/>
                  <a:ea typeface="Arial" panose="020B0604020202090204"/>
                  <a:cs typeface="Arial" panose="020B0604020202090204"/>
                </a:defRPr>
              </a:lvl7pPr>
              <a:lvl8pPr algn="ctr">
                <a:defRPr sz="2175" b="1">
                  <a:solidFill>
                    <a:srgbClr val="073A85"/>
                  </a:solidFill>
                  <a:latin typeface="Arial" panose="020B0604020202090204"/>
                  <a:ea typeface="Arial" panose="020B0604020202090204"/>
                  <a:cs typeface="Arial" panose="020B0604020202090204"/>
                </a:defRPr>
              </a:lvl8pPr>
              <a:lvl9pPr algn="ctr">
                <a:defRPr sz="2175" b="1">
                  <a:solidFill>
                    <a:srgbClr val="073A85"/>
                  </a:solidFill>
                  <a:latin typeface="Arial" panose="020B0604020202090204"/>
                  <a:ea typeface="Arial" panose="020B0604020202090204"/>
                  <a:cs typeface="Arial" panose="020B0604020202090204"/>
                </a:defRPr>
              </a:lvl9pPr>
            </a:lstStyle>
            <a:p>
              <a:pPr algn="ctr">
                <a:defRPr sz="2175" b="1">
                  <a:solidFill>
                    <a:srgbClr val="073A85"/>
                  </a:solidFill>
                  <a:latin typeface="Arial" panose="020B0604020202090204"/>
                  <a:ea typeface="Arial" panose="020B0604020202090204"/>
                  <a:cs typeface="Arial" panose="020B0604020202090204"/>
                </a:defRPr>
              </a:pPr>
              <a:r>
                <a:rPr sz="2175">
                  <a:solidFill>
                    <a:srgbClr val="073A85"/>
                  </a:solidFill>
                  <a:latin typeface="Times New Roman" panose="02020503050405090304" charset="0"/>
                  <a:ea typeface="Arial" panose="020B0604020202090204"/>
                  <a:cs typeface="Times New Roman" panose="02020503050405090304" charset="0"/>
                </a:rPr>
                <a:t>ATHEY, COEY &amp; LEVIN [1]</a:t>
              </a:r>
              <a:endParaRPr sz="2175">
                <a:solidFill>
                  <a:srgbClr val="073A85"/>
                </a:solidFill>
                <a:latin typeface="Times New Roman" panose="02020503050405090304" charset="0"/>
                <a:ea typeface="Arial" panose="020B0604020202090204"/>
                <a:cs typeface="Times New Roman" panose="02020503050405090304" charset="0"/>
              </a:endParaRPr>
            </a:p>
          </p:txBody>
        </p:sp>
        <p:sp>
          <p:nvSpPr>
            <p:cNvPr id="34" name="text-33"/>
            <p:cNvSpPr>
              <a:spLocks noGrp="1"/>
            </p:cNvSpPr>
            <p:nvPr/>
          </p:nvSpPr>
          <p:spPr>
            <a:xfrm>
              <a:off x="1725" y="31050"/>
              <a:ext cx="6173" cy="1425"/>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Auction set-asides</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and subsidies</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35" name="panel-34"/>
            <p:cNvSpPr>
              <a:spLocks noGrp="1"/>
            </p:cNvSpPr>
            <p:nvPr/>
          </p:nvSpPr>
          <p:spPr>
            <a:xfrm>
              <a:off x="8573" y="29700"/>
              <a:ext cx="6623" cy="2850"/>
            </a:xfrm>
            <a:prstGeom prst="rect">
              <a:avLst/>
            </a:prstGeom>
            <a:solidFill>
              <a:srgbClr val="EEF6F6"/>
            </a:solidFill>
            <a:ln w="14288">
              <a:solidFill>
                <a:srgbClr val="B9CDDA"/>
              </a:solidFill>
            </a:ln>
          </p:spPr>
        </p:sp>
        <p:sp>
          <p:nvSpPr>
            <p:cNvPr id="36" name="text-35"/>
            <p:cNvSpPr>
              <a:spLocks noGrp="1"/>
            </p:cNvSpPr>
            <p:nvPr/>
          </p:nvSpPr>
          <p:spPr>
            <a:xfrm>
              <a:off x="8843" y="29925"/>
              <a:ext cx="6083" cy="2475"/>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endParaRPr>
                <a:latin typeface="Times New Roman Regular" panose="02020503050405090304" charset="0"/>
                <a:cs typeface="Times New Roman Regular" panose="02020503050405090304" charset="0"/>
              </a:endParaRPr>
            </a:p>
          </p:txBody>
        </p:sp>
        <p:sp>
          <p:nvSpPr>
            <p:cNvPr id="37" name="text-36"/>
            <p:cNvSpPr>
              <a:spLocks noGrp="1"/>
            </p:cNvSpPr>
            <p:nvPr/>
          </p:nvSpPr>
          <p:spPr>
            <a:xfrm>
              <a:off x="8798" y="29940"/>
              <a:ext cx="6173" cy="1050"/>
            </a:xfrm>
            <a:prstGeom prst="rect">
              <a:avLst/>
            </a:prstGeom>
            <a:noFill/>
            <a:ln>
              <a:noFill/>
            </a:ln>
          </p:spPr>
          <p:txBody>
            <a:bodyPr wrap="square" lIns="0" tIns="0" rIns="0" bIns="0" anchor="t">
              <a:noAutofit/>
            </a:bodyPr>
            <a:lstStyle>
              <a:defPPr algn="ctr">
                <a:defRPr sz="2175" b="1">
                  <a:solidFill>
                    <a:srgbClr val="073A85"/>
                  </a:solidFill>
                  <a:latin typeface="Arial" panose="020B0604020202090204"/>
                  <a:ea typeface="Arial" panose="020B0604020202090204"/>
                  <a:cs typeface="Arial" panose="020B0604020202090204"/>
                </a:defRPr>
              </a:defPPr>
              <a:lvl1pPr algn="ctr">
                <a:defRPr sz="2175" b="1">
                  <a:solidFill>
                    <a:srgbClr val="073A85"/>
                  </a:solidFill>
                  <a:latin typeface="Arial" panose="020B0604020202090204"/>
                  <a:ea typeface="Arial" panose="020B0604020202090204"/>
                  <a:cs typeface="Arial" panose="020B0604020202090204"/>
                </a:defRPr>
              </a:lvl1pPr>
              <a:lvl2pPr algn="ctr">
                <a:defRPr sz="2175" b="1">
                  <a:solidFill>
                    <a:srgbClr val="073A85"/>
                  </a:solidFill>
                  <a:latin typeface="Arial" panose="020B0604020202090204"/>
                  <a:ea typeface="Arial" panose="020B0604020202090204"/>
                  <a:cs typeface="Arial" panose="020B0604020202090204"/>
                </a:defRPr>
              </a:lvl2pPr>
              <a:lvl3pPr algn="ctr">
                <a:defRPr sz="2175" b="1">
                  <a:solidFill>
                    <a:srgbClr val="073A85"/>
                  </a:solidFill>
                  <a:latin typeface="Arial" panose="020B0604020202090204"/>
                  <a:ea typeface="Arial" panose="020B0604020202090204"/>
                  <a:cs typeface="Arial" panose="020B0604020202090204"/>
                </a:defRPr>
              </a:lvl3pPr>
              <a:lvl4pPr algn="ctr">
                <a:defRPr sz="2175" b="1">
                  <a:solidFill>
                    <a:srgbClr val="073A85"/>
                  </a:solidFill>
                  <a:latin typeface="Arial" panose="020B0604020202090204"/>
                  <a:ea typeface="Arial" panose="020B0604020202090204"/>
                  <a:cs typeface="Arial" panose="020B0604020202090204"/>
                </a:defRPr>
              </a:lvl4pPr>
              <a:lvl5pPr algn="ctr">
                <a:defRPr sz="2175" b="1">
                  <a:solidFill>
                    <a:srgbClr val="073A85"/>
                  </a:solidFill>
                  <a:latin typeface="Arial" panose="020B0604020202090204"/>
                  <a:ea typeface="Arial" panose="020B0604020202090204"/>
                  <a:cs typeface="Arial" panose="020B0604020202090204"/>
                </a:defRPr>
              </a:lvl5pPr>
              <a:lvl6pPr algn="ctr">
                <a:defRPr sz="2175" b="1">
                  <a:solidFill>
                    <a:srgbClr val="073A85"/>
                  </a:solidFill>
                  <a:latin typeface="Arial" panose="020B0604020202090204"/>
                  <a:ea typeface="Arial" panose="020B0604020202090204"/>
                  <a:cs typeface="Arial" panose="020B0604020202090204"/>
                </a:defRPr>
              </a:lvl6pPr>
              <a:lvl7pPr algn="ctr">
                <a:defRPr sz="2175" b="1">
                  <a:solidFill>
                    <a:srgbClr val="073A85"/>
                  </a:solidFill>
                  <a:latin typeface="Arial" panose="020B0604020202090204"/>
                  <a:ea typeface="Arial" panose="020B0604020202090204"/>
                  <a:cs typeface="Arial" panose="020B0604020202090204"/>
                </a:defRPr>
              </a:lvl7pPr>
              <a:lvl8pPr algn="ctr">
                <a:defRPr sz="2175" b="1">
                  <a:solidFill>
                    <a:srgbClr val="073A85"/>
                  </a:solidFill>
                  <a:latin typeface="Arial" panose="020B0604020202090204"/>
                  <a:ea typeface="Arial" panose="020B0604020202090204"/>
                  <a:cs typeface="Arial" panose="020B0604020202090204"/>
                </a:defRPr>
              </a:lvl8pPr>
              <a:lvl9pPr algn="ctr">
                <a:defRPr sz="2175" b="1">
                  <a:solidFill>
                    <a:srgbClr val="073A85"/>
                  </a:solidFill>
                  <a:latin typeface="Arial" panose="020B0604020202090204"/>
                  <a:ea typeface="Arial" panose="020B0604020202090204"/>
                  <a:cs typeface="Arial" panose="020B0604020202090204"/>
                </a:defRPr>
              </a:lvl9pPr>
            </a:lstStyle>
            <a:p>
              <a:pPr algn="ctr">
                <a:defRPr sz="2175" b="1">
                  <a:solidFill>
                    <a:srgbClr val="073A85"/>
                  </a:solidFill>
                  <a:latin typeface="Arial" panose="020B0604020202090204"/>
                  <a:ea typeface="Arial" panose="020B0604020202090204"/>
                  <a:cs typeface="Arial" panose="020B0604020202090204"/>
                </a:defRPr>
              </a:pPr>
              <a:r>
                <a:rPr sz="2175">
                  <a:solidFill>
                    <a:srgbClr val="073A85"/>
                  </a:solidFill>
                  <a:latin typeface="Times New Roman" panose="02020503050405090304" charset="0"/>
                  <a:ea typeface="Arial" panose="020B0604020202090204"/>
                  <a:cs typeface="Times New Roman" panose="02020503050405090304" charset="0"/>
                </a:rPr>
                <a:t>SIVAN ET AL. [2]</a:t>
              </a:r>
              <a:endParaRPr sz="2175">
                <a:solidFill>
                  <a:srgbClr val="073A85"/>
                </a:solidFill>
                <a:latin typeface="Times New Roman" panose="02020503050405090304" charset="0"/>
                <a:ea typeface="Arial" panose="020B0604020202090204"/>
                <a:cs typeface="Times New Roman" panose="02020503050405090304" charset="0"/>
              </a:endParaRPr>
            </a:p>
          </p:txBody>
        </p:sp>
        <p:sp>
          <p:nvSpPr>
            <p:cNvPr id="38" name="text-37"/>
            <p:cNvSpPr>
              <a:spLocks noGrp="1"/>
            </p:cNvSpPr>
            <p:nvPr/>
          </p:nvSpPr>
          <p:spPr>
            <a:xfrm>
              <a:off x="8798" y="31050"/>
              <a:ext cx="6173" cy="1425"/>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Dynamic prices for</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scarce ML quotas</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39" name="panel-38"/>
            <p:cNvSpPr>
              <a:spLocks noGrp="1"/>
            </p:cNvSpPr>
            <p:nvPr/>
          </p:nvSpPr>
          <p:spPr>
            <a:xfrm>
              <a:off x="15646" y="29700"/>
              <a:ext cx="6623" cy="2850"/>
            </a:xfrm>
            <a:prstGeom prst="rect">
              <a:avLst/>
            </a:prstGeom>
            <a:solidFill>
              <a:srgbClr val="EEF6F6"/>
            </a:solidFill>
            <a:ln w="14288">
              <a:solidFill>
                <a:srgbClr val="B9CDDA"/>
              </a:solidFill>
            </a:ln>
          </p:spPr>
        </p:sp>
        <p:sp>
          <p:nvSpPr>
            <p:cNvPr id="40" name="text-39"/>
            <p:cNvSpPr>
              <a:spLocks noGrp="1"/>
            </p:cNvSpPr>
            <p:nvPr/>
          </p:nvSpPr>
          <p:spPr>
            <a:xfrm>
              <a:off x="15916" y="29925"/>
              <a:ext cx="6083" cy="2475"/>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endParaRPr>
                <a:latin typeface="Times New Roman Regular" panose="02020503050405090304" charset="0"/>
                <a:cs typeface="Times New Roman Regular" panose="02020503050405090304" charset="0"/>
              </a:endParaRPr>
            </a:p>
          </p:txBody>
        </p:sp>
        <p:sp>
          <p:nvSpPr>
            <p:cNvPr id="41" name="text-40"/>
            <p:cNvSpPr>
              <a:spLocks noGrp="1"/>
            </p:cNvSpPr>
            <p:nvPr/>
          </p:nvSpPr>
          <p:spPr>
            <a:xfrm>
              <a:off x="15871" y="29940"/>
              <a:ext cx="6173" cy="1050"/>
            </a:xfrm>
            <a:prstGeom prst="rect">
              <a:avLst/>
            </a:prstGeom>
            <a:noFill/>
            <a:ln>
              <a:noFill/>
            </a:ln>
          </p:spPr>
          <p:txBody>
            <a:bodyPr wrap="square" lIns="0" tIns="0" rIns="0" bIns="0" anchor="t">
              <a:noAutofit/>
            </a:bodyPr>
            <a:lstStyle>
              <a:defPPr algn="ctr">
                <a:defRPr sz="2175" b="1">
                  <a:solidFill>
                    <a:srgbClr val="073A85"/>
                  </a:solidFill>
                  <a:latin typeface="Arial" panose="020B0604020202090204"/>
                  <a:ea typeface="Arial" panose="020B0604020202090204"/>
                  <a:cs typeface="Arial" panose="020B0604020202090204"/>
                </a:defRPr>
              </a:defPPr>
              <a:lvl1pPr algn="ctr">
                <a:defRPr sz="2175" b="1">
                  <a:solidFill>
                    <a:srgbClr val="073A85"/>
                  </a:solidFill>
                  <a:latin typeface="Arial" panose="020B0604020202090204"/>
                  <a:ea typeface="Arial" panose="020B0604020202090204"/>
                  <a:cs typeface="Arial" panose="020B0604020202090204"/>
                </a:defRPr>
              </a:lvl1pPr>
              <a:lvl2pPr algn="ctr">
                <a:defRPr sz="2175" b="1">
                  <a:solidFill>
                    <a:srgbClr val="073A85"/>
                  </a:solidFill>
                  <a:latin typeface="Arial" panose="020B0604020202090204"/>
                  <a:ea typeface="Arial" panose="020B0604020202090204"/>
                  <a:cs typeface="Arial" panose="020B0604020202090204"/>
                </a:defRPr>
              </a:lvl2pPr>
              <a:lvl3pPr algn="ctr">
                <a:defRPr sz="2175" b="1">
                  <a:solidFill>
                    <a:srgbClr val="073A85"/>
                  </a:solidFill>
                  <a:latin typeface="Arial" panose="020B0604020202090204"/>
                  <a:ea typeface="Arial" panose="020B0604020202090204"/>
                  <a:cs typeface="Arial" panose="020B0604020202090204"/>
                </a:defRPr>
              </a:lvl3pPr>
              <a:lvl4pPr algn="ctr">
                <a:defRPr sz="2175" b="1">
                  <a:solidFill>
                    <a:srgbClr val="073A85"/>
                  </a:solidFill>
                  <a:latin typeface="Arial" panose="020B0604020202090204"/>
                  <a:ea typeface="Arial" panose="020B0604020202090204"/>
                  <a:cs typeface="Arial" panose="020B0604020202090204"/>
                </a:defRPr>
              </a:lvl4pPr>
              <a:lvl5pPr algn="ctr">
                <a:defRPr sz="2175" b="1">
                  <a:solidFill>
                    <a:srgbClr val="073A85"/>
                  </a:solidFill>
                  <a:latin typeface="Arial" panose="020B0604020202090204"/>
                  <a:ea typeface="Arial" panose="020B0604020202090204"/>
                  <a:cs typeface="Arial" panose="020B0604020202090204"/>
                </a:defRPr>
              </a:lvl5pPr>
              <a:lvl6pPr algn="ctr">
                <a:defRPr sz="2175" b="1">
                  <a:solidFill>
                    <a:srgbClr val="073A85"/>
                  </a:solidFill>
                  <a:latin typeface="Arial" panose="020B0604020202090204"/>
                  <a:ea typeface="Arial" panose="020B0604020202090204"/>
                  <a:cs typeface="Arial" panose="020B0604020202090204"/>
                </a:defRPr>
              </a:lvl6pPr>
              <a:lvl7pPr algn="ctr">
                <a:defRPr sz="2175" b="1">
                  <a:solidFill>
                    <a:srgbClr val="073A85"/>
                  </a:solidFill>
                  <a:latin typeface="Arial" panose="020B0604020202090204"/>
                  <a:ea typeface="Arial" panose="020B0604020202090204"/>
                  <a:cs typeface="Arial" panose="020B0604020202090204"/>
                </a:defRPr>
              </a:lvl7pPr>
              <a:lvl8pPr algn="ctr">
                <a:defRPr sz="2175" b="1">
                  <a:solidFill>
                    <a:srgbClr val="073A85"/>
                  </a:solidFill>
                  <a:latin typeface="Arial" panose="020B0604020202090204"/>
                  <a:ea typeface="Arial" panose="020B0604020202090204"/>
                  <a:cs typeface="Arial" panose="020B0604020202090204"/>
                </a:defRPr>
              </a:lvl8pPr>
              <a:lvl9pPr algn="ctr">
                <a:defRPr sz="2175" b="1">
                  <a:solidFill>
                    <a:srgbClr val="073A85"/>
                  </a:solidFill>
                  <a:latin typeface="Arial" panose="020B0604020202090204"/>
                  <a:ea typeface="Arial" panose="020B0604020202090204"/>
                  <a:cs typeface="Arial" panose="020B0604020202090204"/>
                </a:defRPr>
              </a:lvl9pPr>
            </a:lstStyle>
            <a:p>
              <a:pPr algn="ctr">
                <a:defRPr sz="2175" b="1">
                  <a:solidFill>
                    <a:srgbClr val="073A85"/>
                  </a:solidFill>
                  <a:latin typeface="Arial" panose="020B0604020202090204"/>
                  <a:ea typeface="Arial" panose="020B0604020202090204"/>
                  <a:cs typeface="Arial" panose="020B0604020202090204"/>
                </a:defRPr>
              </a:pPr>
              <a:r>
                <a:rPr sz="2175">
                  <a:solidFill>
                    <a:srgbClr val="073A85"/>
                  </a:solidFill>
                  <a:latin typeface="Times New Roman" panose="02020503050405090304" charset="0"/>
                  <a:ea typeface="Arial" panose="020B0604020202090204"/>
                  <a:cs typeface="Times New Roman" panose="02020503050405090304" charset="0"/>
                </a:rPr>
                <a:t>KARMA [3]</a:t>
              </a:r>
              <a:endParaRPr sz="2175">
                <a:solidFill>
                  <a:srgbClr val="073A85"/>
                </a:solidFill>
                <a:latin typeface="Times New Roman" panose="02020503050405090304" charset="0"/>
                <a:ea typeface="Arial" panose="020B0604020202090204"/>
                <a:cs typeface="Times New Roman" panose="02020503050405090304" charset="0"/>
              </a:endParaRPr>
            </a:p>
          </p:txBody>
        </p:sp>
        <p:sp>
          <p:nvSpPr>
            <p:cNvPr id="42" name="text-41"/>
            <p:cNvSpPr>
              <a:spLocks noGrp="1"/>
            </p:cNvSpPr>
            <p:nvPr/>
          </p:nvSpPr>
          <p:spPr>
            <a:xfrm>
              <a:off x="15871" y="31050"/>
              <a:ext cx="6173" cy="1425"/>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History-based credits</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for repeated demand</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43" name="panel-42"/>
            <p:cNvSpPr>
              <a:spLocks noGrp="1"/>
            </p:cNvSpPr>
            <p:nvPr/>
          </p:nvSpPr>
          <p:spPr>
            <a:xfrm>
              <a:off x="1500" y="33450"/>
              <a:ext cx="20769" cy="1800"/>
            </a:xfrm>
            <a:prstGeom prst="rect">
              <a:avLst/>
            </a:prstGeom>
            <a:solidFill>
              <a:srgbClr val="EEF6F6"/>
            </a:solidFill>
            <a:ln w="14288">
              <a:solidFill>
                <a:srgbClr val="B9CDDA"/>
              </a:solidFill>
            </a:ln>
          </p:spPr>
        </p:sp>
        <p:sp>
          <p:nvSpPr>
            <p:cNvPr id="44" name="text-43"/>
            <p:cNvSpPr>
              <a:spLocks noGrp="1"/>
            </p:cNvSpPr>
            <p:nvPr/>
          </p:nvSpPr>
          <p:spPr>
            <a:xfrm>
              <a:off x="1770" y="33675"/>
              <a:ext cx="20229" cy="1425"/>
            </a:xfrm>
            <a:prstGeom prst="rect">
              <a:avLst/>
            </a:prstGeom>
            <a:noFill/>
            <a:ln>
              <a:noFill/>
            </a:ln>
          </p:spPr>
          <p:txBody>
            <a:bodyPr wrap="square" lIns="0" tIns="0" rIns="0" bIns="0" anchor="t">
              <a:noAutofit/>
            </a:bodyPr>
            <a:lstStyle>
              <a:defPPr algn="ctr">
                <a:defRPr sz="2700" b="0">
                  <a:solidFill>
                    <a:srgbClr val="172C43"/>
                  </a:solidFill>
                  <a:latin typeface="Arial" panose="020B0604020202090204"/>
                  <a:ea typeface="Arial" panose="020B0604020202090204"/>
                  <a:cs typeface="Arial" panose="020B0604020202090204"/>
                </a:defRPr>
              </a:defPPr>
              <a:lvl1pPr algn="ctr">
                <a:defRPr sz="2700" b="0">
                  <a:solidFill>
                    <a:srgbClr val="172C43"/>
                  </a:solidFill>
                  <a:latin typeface="Arial" panose="020B0604020202090204"/>
                  <a:ea typeface="Arial" panose="020B0604020202090204"/>
                  <a:cs typeface="Arial" panose="020B0604020202090204"/>
                </a:defRPr>
              </a:lvl1pPr>
              <a:lvl2pPr algn="ctr">
                <a:defRPr sz="2700" b="0">
                  <a:solidFill>
                    <a:srgbClr val="172C43"/>
                  </a:solidFill>
                  <a:latin typeface="Arial" panose="020B0604020202090204"/>
                  <a:ea typeface="Arial" panose="020B0604020202090204"/>
                  <a:cs typeface="Arial" panose="020B0604020202090204"/>
                </a:defRPr>
              </a:lvl2pPr>
              <a:lvl3pPr algn="ctr">
                <a:defRPr sz="2700" b="0">
                  <a:solidFill>
                    <a:srgbClr val="172C43"/>
                  </a:solidFill>
                  <a:latin typeface="Arial" panose="020B0604020202090204"/>
                  <a:ea typeface="Arial" panose="020B0604020202090204"/>
                  <a:cs typeface="Arial" panose="020B0604020202090204"/>
                </a:defRPr>
              </a:lvl3pPr>
              <a:lvl4pPr algn="ctr">
                <a:defRPr sz="2700" b="0">
                  <a:solidFill>
                    <a:srgbClr val="172C43"/>
                  </a:solidFill>
                  <a:latin typeface="Arial" panose="020B0604020202090204"/>
                  <a:ea typeface="Arial" panose="020B0604020202090204"/>
                  <a:cs typeface="Arial" panose="020B0604020202090204"/>
                </a:defRPr>
              </a:lvl4pPr>
              <a:lvl5pPr algn="ctr">
                <a:defRPr sz="2700" b="0">
                  <a:solidFill>
                    <a:srgbClr val="172C43"/>
                  </a:solidFill>
                  <a:latin typeface="Arial" panose="020B0604020202090204"/>
                  <a:ea typeface="Arial" panose="020B0604020202090204"/>
                  <a:cs typeface="Arial" panose="020B0604020202090204"/>
                </a:defRPr>
              </a:lvl5pPr>
              <a:lvl6pPr algn="ctr">
                <a:defRPr sz="2700" b="0">
                  <a:solidFill>
                    <a:srgbClr val="172C43"/>
                  </a:solidFill>
                  <a:latin typeface="Arial" panose="020B0604020202090204"/>
                  <a:ea typeface="Arial" panose="020B0604020202090204"/>
                  <a:cs typeface="Arial" panose="020B0604020202090204"/>
                </a:defRPr>
              </a:lvl6pPr>
              <a:lvl7pPr algn="ctr">
                <a:defRPr sz="2700" b="0">
                  <a:solidFill>
                    <a:srgbClr val="172C43"/>
                  </a:solidFill>
                  <a:latin typeface="Arial" panose="020B0604020202090204"/>
                  <a:ea typeface="Arial" panose="020B0604020202090204"/>
                  <a:cs typeface="Arial" panose="020B0604020202090204"/>
                </a:defRPr>
              </a:lvl7pPr>
              <a:lvl8pPr algn="ctr">
                <a:defRPr sz="2700" b="0">
                  <a:solidFill>
                    <a:srgbClr val="172C43"/>
                  </a:solidFill>
                  <a:latin typeface="Arial" panose="020B0604020202090204"/>
                  <a:ea typeface="Arial" panose="020B0604020202090204"/>
                  <a:cs typeface="Arial" panose="020B0604020202090204"/>
                </a:defRPr>
              </a:lvl8pPr>
              <a:lvl9pPr algn="ctr">
                <a:defRPr sz="2700" b="0">
                  <a:solidFill>
                    <a:srgbClr val="172C43"/>
                  </a:solidFill>
                  <a:latin typeface="Arial" panose="020B0604020202090204"/>
                  <a:ea typeface="Arial" panose="020B0604020202090204"/>
                  <a:cs typeface="Arial" panose="020B0604020202090204"/>
                </a:defRPr>
              </a:lvl9pPr>
            </a:lstStyle>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FP08: one current-risk reserve plus three first-price slots</a:t>
              </a:r>
              <a:endParaRPr sz="27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A one-shot comparison with fixed bids and explicit displacement cost</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48" name="panel-44"/>
            <p:cNvSpPr>
              <a:spLocks noGrp="1"/>
            </p:cNvSpPr>
            <p:nvPr/>
          </p:nvSpPr>
          <p:spPr>
            <a:xfrm>
              <a:off x="1500" y="36000"/>
              <a:ext cx="20769" cy="1725"/>
            </a:xfrm>
            <a:prstGeom prst="rect">
              <a:avLst/>
            </a:prstGeom>
            <a:solidFill>
              <a:srgbClr val="EEF6F6"/>
            </a:solidFill>
            <a:ln w="14288">
              <a:solidFill>
                <a:srgbClr val="B9CDDA"/>
              </a:solidFill>
            </a:ln>
          </p:spPr>
        </p:sp>
        <p:sp>
          <p:nvSpPr>
            <p:cNvPr id="49" name="text-45"/>
            <p:cNvSpPr>
              <a:spLocks noGrp="1"/>
            </p:cNvSpPr>
            <p:nvPr/>
          </p:nvSpPr>
          <p:spPr>
            <a:xfrm>
              <a:off x="1770" y="36225"/>
              <a:ext cx="20229" cy="1350"/>
            </a:xfrm>
            <a:prstGeom prst="rect">
              <a:avLst/>
            </a:prstGeom>
            <a:noFill/>
            <a:ln>
              <a:noFill/>
            </a:ln>
          </p:spPr>
          <p:txBody>
            <a:bodyPr wrap="square" lIns="0" tIns="0" rIns="0" bIns="0" anchor="t">
              <a:noAutofit/>
            </a:bodyPr>
            <a:lstStyle>
              <a:defPPr algn="ctr">
                <a:defRPr sz="2550" b="0">
                  <a:solidFill>
                    <a:srgbClr val="172C43"/>
                  </a:solidFill>
                  <a:latin typeface="Arial" panose="020B0604020202090204"/>
                  <a:ea typeface="Arial" panose="020B0604020202090204"/>
                  <a:cs typeface="Arial" panose="020B0604020202090204"/>
                </a:defRPr>
              </a:defPPr>
              <a:lvl1pPr algn="ctr">
                <a:defRPr sz="2550" b="0">
                  <a:solidFill>
                    <a:srgbClr val="172C43"/>
                  </a:solidFill>
                  <a:latin typeface="Arial" panose="020B0604020202090204"/>
                  <a:ea typeface="Arial" panose="020B0604020202090204"/>
                  <a:cs typeface="Arial" panose="020B0604020202090204"/>
                </a:defRPr>
              </a:lvl1pPr>
              <a:lvl2pPr algn="ctr">
                <a:defRPr sz="2550" b="0">
                  <a:solidFill>
                    <a:srgbClr val="172C43"/>
                  </a:solidFill>
                  <a:latin typeface="Arial" panose="020B0604020202090204"/>
                  <a:ea typeface="Arial" panose="020B0604020202090204"/>
                  <a:cs typeface="Arial" panose="020B0604020202090204"/>
                </a:defRPr>
              </a:lvl2pPr>
              <a:lvl3pPr algn="ctr">
                <a:defRPr sz="2550" b="0">
                  <a:solidFill>
                    <a:srgbClr val="172C43"/>
                  </a:solidFill>
                  <a:latin typeface="Arial" panose="020B0604020202090204"/>
                  <a:ea typeface="Arial" panose="020B0604020202090204"/>
                  <a:cs typeface="Arial" panose="020B0604020202090204"/>
                </a:defRPr>
              </a:lvl3pPr>
              <a:lvl4pPr algn="ctr">
                <a:defRPr sz="2550" b="0">
                  <a:solidFill>
                    <a:srgbClr val="172C43"/>
                  </a:solidFill>
                  <a:latin typeface="Arial" panose="020B0604020202090204"/>
                  <a:ea typeface="Arial" panose="020B0604020202090204"/>
                  <a:cs typeface="Arial" panose="020B0604020202090204"/>
                </a:defRPr>
              </a:lvl4pPr>
              <a:lvl5pPr algn="ctr">
                <a:defRPr sz="2550" b="0">
                  <a:solidFill>
                    <a:srgbClr val="172C43"/>
                  </a:solidFill>
                  <a:latin typeface="Arial" panose="020B0604020202090204"/>
                  <a:ea typeface="Arial" panose="020B0604020202090204"/>
                  <a:cs typeface="Arial" panose="020B0604020202090204"/>
                </a:defRPr>
              </a:lvl5pPr>
              <a:lvl6pPr algn="ctr">
                <a:defRPr sz="2550" b="0">
                  <a:solidFill>
                    <a:srgbClr val="172C43"/>
                  </a:solidFill>
                  <a:latin typeface="Arial" panose="020B0604020202090204"/>
                  <a:ea typeface="Arial" panose="020B0604020202090204"/>
                  <a:cs typeface="Arial" panose="020B0604020202090204"/>
                </a:defRPr>
              </a:lvl6pPr>
              <a:lvl7pPr algn="ctr">
                <a:defRPr sz="2550" b="0">
                  <a:solidFill>
                    <a:srgbClr val="172C43"/>
                  </a:solidFill>
                  <a:latin typeface="Arial" panose="020B0604020202090204"/>
                  <a:ea typeface="Arial" panose="020B0604020202090204"/>
                  <a:cs typeface="Arial" panose="020B0604020202090204"/>
                </a:defRPr>
              </a:lvl7pPr>
              <a:lvl8pPr algn="ctr">
                <a:defRPr sz="2550" b="0">
                  <a:solidFill>
                    <a:srgbClr val="172C43"/>
                  </a:solidFill>
                  <a:latin typeface="Arial" panose="020B0604020202090204"/>
                  <a:ea typeface="Arial" panose="020B0604020202090204"/>
                  <a:cs typeface="Arial" panose="020B0604020202090204"/>
                </a:defRPr>
              </a:lvl8pPr>
              <a:lvl9pPr algn="ctr">
                <a:defRPr sz="2550" b="0">
                  <a:solidFill>
                    <a:srgbClr val="172C43"/>
                  </a:solidFill>
                  <a:latin typeface="Arial" panose="020B0604020202090204"/>
                  <a:ea typeface="Arial" panose="020B0604020202090204"/>
                  <a:cs typeface="Arial" panose="020B0604020202090204"/>
                </a:defRPr>
              </a:lvl9pPr>
            </a:lstStyle>
            <a:p>
              <a:pPr algn="ctr">
                <a:defRPr sz="2550" b="0">
                  <a:solidFill>
                    <a:srgbClr val="172C43"/>
                  </a:solidFill>
                  <a:latin typeface="Arial" panose="020B0604020202090204"/>
                  <a:ea typeface="Arial" panose="020B0604020202090204"/>
                  <a:cs typeface="Arial" panose="020B0604020202090204"/>
                </a:defRPr>
              </a:pPr>
              <a:r>
                <a:rPr sz="2550" b="0">
                  <a:solidFill>
                    <a:srgbClr val="172C43"/>
                  </a:solidFill>
                  <a:latin typeface="Times New Roman Regular" panose="02020503050405090304" charset="0"/>
                  <a:ea typeface="Arial" panose="020B0604020202090204"/>
                  <a:cs typeface="Times New Roman Regular" panose="02020503050405090304" charset="0"/>
                </a:rPr>
                <a:t>Supporting evidence: 1,000 matched synthetic batches</a:t>
              </a:r>
              <a:endParaRPr sz="255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550" b="0">
                  <a:solidFill>
                    <a:srgbClr val="172C43"/>
                  </a:solidFill>
                  <a:latin typeface="Arial" panose="020B0604020202090204"/>
                  <a:ea typeface="Arial" panose="020B0604020202090204"/>
                  <a:cs typeface="Arial" panose="020B0604020202090204"/>
                </a:defRPr>
              </a:pPr>
              <a:r>
                <a:rPr sz="2550" b="0">
                  <a:solidFill>
                    <a:srgbClr val="172C43"/>
                  </a:solidFill>
                  <a:latin typeface="Times New Roman Regular" panose="02020503050405090304" charset="0"/>
                  <a:ea typeface="Arial" panose="020B0604020202090204"/>
                  <a:cs typeface="Times New Roman Regular" panose="02020503050405090304" charset="0"/>
                </a:rPr>
                <a:t>Conditional welfare test λΔC &gt; L, with strategic and score sensitivity</a:t>
              </a:r>
              <a:endParaRPr sz="255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51" name="text-46"/>
            <p:cNvSpPr>
              <a:spLocks noGrp="1"/>
            </p:cNvSpPr>
            <p:nvPr/>
          </p:nvSpPr>
          <p:spPr>
            <a:xfrm>
              <a:off x="1500" y="38100"/>
              <a:ext cx="20769" cy="1425"/>
            </a:xfrm>
            <a:prstGeom prst="rect">
              <a:avLst/>
            </a:prstGeom>
            <a:noFill/>
            <a:ln>
              <a:noFill/>
            </a:ln>
          </p:spPr>
          <p:txBody>
            <a:bodyPr wrap="square" lIns="0" tIns="0" rIns="0" bIns="0" anchor="t">
              <a:noAutofit/>
            </a:bodyPr>
            <a:lstStyle>
              <a:defPPr algn="l">
                <a:defRPr sz="2550" b="1">
                  <a:solidFill>
                    <a:srgbClr val="073A85"/>
                  </a:solidFill>
                  <a:latin typeface="Arial" panose="020B0604020202090204"/>
                  <a:ea typeface="Arial" panose="020B0604020202090204"/>
                  <a:cs typeface="Arial" panose="020B0604020202090204"/>
                </a:defRPr>
              </a:defPPr>
              <a:lvl1pPr algn="l">
                <a:defRPr sz="2550" b="1">
                  <a:solidFill>
                    <a:srgbClr val="073A85"/>
                  </a:solidFill>
                  <a:latin typeface="Arial" panose="020B0604020202090204"/>
                  <a:ea typeface="Arial" panose="020B0604020202090204"/>
                  <a:cs typeface="Arial" panose="020B0604020202090204"/>
                </a:defRPr>
              </a:lvl1pPr>
              <a:lvl2pPr algn="l">
                <a:defRPr sz="2550" b="1">
                  <a:solidFill>
                    <a:srgbClr val="073A85"/>
                  </a:solidFill>
                  <a:latin typeface="Arial" panose="020B0604020202090204"/>
                  <a:ea typeface="Arial" panose="020B0604020202090204"/>
                  <a:cs typeface="Arial" panose="020B0604020202090204"/>
                </a:defRPr>
              </a:lvl2pPr>
              <a:lvl3pPr algn="l">
                <a:defRPr sz="2550" b="1">
                  <a:solidFill>
                    <a:srgbClr val="073A85"/>
                  </a:solidFill>
                  <a:latin typeface="Arial" panose="020B0604020202090204"/>
                  <a:ea typeface="Arial" panose="020B0604020202090204"/>
                  <a:cs typeface="Arial" panose="020B0604020202090204"/>
                </a:defRPr>
              </a:lvl3pPr>
              <a:lvl4pPr algn="l">
                <a:defRPr sz="2550" b="1">
                  <a:solidFill>
                    <a:srgbClr val="073A85"/>
                  </a:solidFill>
                  <a:latin typeface="Arial" panose="020B0604020202090204"/>
                  <a:ea typeface="Arial" panose="020B0604020202090204"/>
                  <a:cs typeface="Arial" panose="020B0604020202090204"/>
                </a:defRPr>
              </a:lvl4pPr>
              <a:lvl5pPr algn="l">
                <a:defRPr sz="2550" b="1">
                  <a:solidFill>
                    <a:srgbClr val="073A85"/>
                  </a:solidFill>
                  <a:latin typeface="Arial" panose="020B0604020202090204"/>
                  <a:ea typeface="Arial" panose="020B0604020202090204"/>
                  <a:cs typeface="Arial" panose="020B0604020202090204"/>
                </a:defRPr>
              </a:lvl5pPr>
              <a:lvl6pPr algn="l">
                <a:defRPr sz="2550" b="1">
                  <a:solidFill>
                    <a:srgbClr val="073A85"/>
                  </a:solidFill>
                  <a:latin typeface="Arial" panose="020B0604020202090204"/>
                  <a:ea typeface="Arial" panose="020B0604020202090204"/>
                  <a:cs typeface="Arial" panose="020B0604020202090204"/>
                </a:defRPr>
              </a:lvl6pPr>
              <a:lvl7pPr algn="l">
                <a:defRPr sz="2550" b="1">
                  <a:solidFill>
                    <a:srgbClr val="073A85"/>
                  </a:solidFill>
                  <a:latin typeface="Arial" panose="020B0604020202090204"/>
                  <a:ea typeface="Arial" panose="020B0604020202090204"/>
                  <a:cs typeface="Arial" panose="020B0604020202090204"/>
                </a:defRPr>
              </a:lvl7pPr>
              <a:lvl8pPr algn="l">
                <a:defRPr sz="2550" b="1">
                  <a:solidFill>
                    <a:srgbClr val="073A85"/>
                  </a:solidFill>
                  <a:latin typeface="Arial" panose="020B0604020202090204"/>
                  <a:ea typeface="Arial" panose="020B0604020202090204"/>
                  <a:cs typeface="Arial" panose="020B0604020202090204"/>
                </a:defRPr>
              </a:lvl8pPr>
              <a:lvl9pPr algn="l">
                <a:defRPr sz="2550" b="1">
                  <a:solidFill>
                    <a:srgbClr val="073A85"/>
                  </a:solidFill>
                  <a:latin typeface="Arial" panose="020B0604020202090204"/>
                  <a:ea typeface="Arial" panose="020B0604020202090204"/>
                  <a:cs typeface="Arial" panose="020B0604020202090204"/>
                </a:defRPr>
              </a:lvl9pPr>
            </a:lstStyle>
            <a:p>
              <a:pPr algn="l">
                <a:defRPr sz="2550" b="1">
                  <a:solidFill>
                    <a:srgbClr val="073A85"/>
                  </a:solidFill>
                  <a:latin typeface="Arial" panose="020B0604020202090204"/>
                  <a:ea typeface="Arial" panose="020B0604020202090204"/>
                  <a:cs typeface="Arial" panose="020B0604020202090204"/>
                </a:defRPr>
              </a:pPr>
              <a:r>
                <a:rPr sz="2550">
                  <a:solidFill>
                    <a:srgbClr val="073A85"/>
                  </a:solidFill>
                  <a:latin typeface="Times New Roman" panose="02020503050405090304" charset="0"/>
                  <a:ea typeface="Arial" panose="020B0604020202090204"/>
                  <a:cs typeface="Times New Roman" panose="02020503050405090304" charset="0"/>
                </a:rPr>
                <a:t>Bounded contribution: a transparent application-level comparison.</a:t>
              </a:r>
              <a:endParaRPr sz="2550">
                <a:solidFill>
                  <a:srgbClr val="073A85"/>
                </a:solidFill>
                <a:latin typeface="Times New Roman" panose="02020503050405090304" charset="0"/>
                <a:ea typeface="Arial" panose="020B0604020202090204"/>
                <a:cs typeface="Times New Roman" panose="02020503050405090304" charset="0"/>
              </a:endParaRPr>
            </a:p>
            <a:p>
              <a:pPr algn="l">
                <a:defRPr sz="2550" b="1">
                  <a:solidFill>
                    <a:srgbClr val="073A85"/>
                  </a:solidFill>
                  <a:latin typeface="Arial" panose="020B0604020202090204"/>
                  <a:ea typeface="Arial" panose="020B0604020202090204"/>
                  <a:cs typeface="Arial" panose="020B0604020202090204"/>
                </a:defRPr>
              </a:pPr>
              <a:r>
                <a:rPr sz="2550">
                  <a:solidFill>
                    <a:srgbClr val="073A85"/>
                  </a:solidFill>
                  <a:latin typeface="Times New Roman" panose="02020503050405090304" charset="0"/>
                  <a:ea typeface="Arial" panose="020B0604020202090204"/>
                  <a:cs typeface="Times New Roman" panose="02020503050405090304" charset="0"/>
                </a:rPr>
                <a:t>No new equilibrium, field effectiveness, or avoided-loss result.</a:t>
              </a:r>
              <a:endParaRPr sz="2550">
                <a:solidFill>
                  <a:srgbClr val="073A85"/>
                </a:solidFill>
                <a:latin typeface="Times New Roman" panose="02020503050405090304" charset="0"/>
                <a:ea typeface="Arial" panose="020B0604020202090204"/>
                <a:cs typeface="Times New Roman" panose="02020503050405090304" charset="0"/>
              </a:endParaRPr>
            </a:p>
          </p:txBody>
        </p:sp>
        <p:sp>
          <p:nvSpPr>
            <p:cNvPr id="52" name="text-47"/>
            <p:cNvSpPr>
              <a:spLocks noGrp="1"/>
            </p:cNvSpPr>
            <p:nvPr/>
          </p:nvSpPr>
          <p:spPr>
            <a:xfrm>
              <a:off x="23319" y="11025"/>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a:solidFill>
                    <a:srgbClr val="073A85"/>
                  </a:solidFill>
                  <a:latin typeface="Times New Roman" panose="02020503050405090304" charset="0"/>
                  <a:ea typeface="Arial" panose="020B0604020202090204"/>
                  <a:cs typeface="Times New Roman" panose="02020503050405090304" charset="0"/>
                </a:rPr>
                <a:t>Matched simulation, fixed assumptions</a:t>
              </a:r>
              <a:endParaRPr sz="3150">
                <a:solidFill>
                  <a:srgbClr val="073A85"/>
                </a:solidFill>
                <a:latin typeface="Times New Roman" panose="02020503050405090304" charset="0"/>
                <a:ea typeface="Arial" panose="020B0604020202090204"/>
                <a:cs typeface="Times New Roman" panose="02020503050405090304" charset="0"/>
              </a:endParaRPr>
            </a:p>
          </p:txBody>
        </p:sp>
        <p:sp>
          <p:nvSpPr>
            <p:cNvPr id="53" name="text-48"/>
            <p:cNvSpPr>
              <a:spLocks noGrp="1"/>
            </p:cNvSpPr>
            <p:nvPr/>
          </p:nvSpPr>
          <p:spPr>
            <a:xfrm>
              <a:off x="23319" y="12000"/>
              <a:ext cx="20769" cy="2400"/>
            </a:xfrm>
            <a:prstGeom prst="rect">
              <a:avLst/>
            </a:prstGeom>
            <a:noFill/>
            <a:ln>
              <a:noFill/>
            </a:ln>
          </p:spPr>
          <p:txBody>
            <a:bodyPr wrap="square" lIns="0" tIns="0" rIns="0" bIns="0" anchor="t">
              <a:noAutofit/>
            </a:bodyPr>
            <a:lstStyle>
              <a:defPPr algn="l">
                <a:defRPr sz="3075" b="0">
                  <a:solidFill>
                    <a:srgbClr val="172C43"/>
                  </a:solidFill>
                  <a:latin typeface="Arial" panose="020B0604020202090204"/>
                  <a:ea typeface="Arial" panose="020B0604020202090204"/>
                  <a:cs typeface="Arial" panose="020B0604020202090204"/>
                </a:defRPr>
              </a:defPPr>
              <a:lvl1pPr algn="l">
                <a:defRPr sz="3075" b="0">
                  <a:solidFill>
                    <a:srgbClr val="172C43"/>
                  </a:solidFill>
                  <a:latin typeface="Arial" panose="020B0604020202090204"/>
                  <a:ea typeface="Arial" panose="020B0604020202090204"/>
                  <a:cs typeface="Arial" panose="020B0604020202090204"/>
                </a:defRPr>
              </a:lvl1pPr>
              <a:lvl2pPr algn="l">
                <a:defRPr sz="3075" b="0">
                  <a:solidFill>
                    <a:srgbClr val="172C43"/>
                  </a:solidFill>
                  <a:latin typeface="Arial" panose="020B0604020202090204"/>
                  <a:ea typeface="Arial" panose="020B0604020202090204"/>
                  <a:cs typeface="Arial" panose="020B0604020202090204"/>
                </a:defRPr>
              </a:lvl2pPr>
              <a:lvl3pPr algn="l">
                <a:defRPr sz="3075" b="0">
                  <a:solidFill>
                    <a:srgbClr val="172C43"/>
                  </a:solidFill>
                  <a:latin typeface="Arial" panose="020B0604020202090204"/>
                  <a:ea typeface="Arial" panose="020B0604020202090204"/>
                  <a:cs typeface="Arial" panose="020B0604020202090204"/>
                </a:defRPr>
              </a:lvl3pPr>
              <a:lvl4pPr algn="l">
                <a:defRPr sz="3075" b="0">
                  <a:solidFill>
                    <a:srgbClr val="172C43"/>
                  </a:solidFill>
                  <a:latin typeface="Arial" panose="020B0604020202090204"/>
                  <a:ea typeface="Arial" panose="020B0604020202090204"/>
                  <a:cs typeface="Arial" panose="020B0604020202090204"/>
                </a:defRPr>
              </a:lvl4pPr>
              <a:lvl5pPr algn="l">
                <a:defRPr sz="3075" b="0">
                  <a:solidFill>
                    <a:srgbClr val="172C43"/>
                  </a:solidFill>
                  <a:latin typeface="Arial" panose="020B0604020202090204"/>
                  <a:ea typeface="Arial" panose="020B0604020202090204"/>
                  <a:cs typeface="Arial" panose="020B0604020202090204"/>
                </a:defRPr>
              </a:lvl5pPr>
              <a:lvl6pPr algn="l">
                <a:defRPr sz="3075" b="0">
                  <a:solidFill>
                    <a:srgbClr val="172C43"/>
                  </a:solidFill>
                  <a:latin typeface="Arial" panose="020B0604020202090204"/>
                  <a:ea typeface="Arial" panose="020B0604020202090204"/>
                  <a:cs typeface="Arial" panose="020B0604020202090204"/>
                </a:defRPr>
              </a:lvl6pPr>
              <a:lvl7pPr algn="l">
                <a:defRPr sz="3075" b="0">
                  <a:solidFill>
                    <a:srgbClr val="172C43"/>
                  </a:solidFill>
                  <a:latin typeface="Arial" panose="020B0604020202090204"/>
                  <a:ea typeface="Arial" panose="020B0604020202090204"/>
                  <a:cs typeface="Arial" panose="020B0604020202090204"/>
                </a:defRPr>
              </a:lvl7pPr>
              <a:lvl8pPr algn="l">
                <a:defRPr sz="3075" b="0">
                  <a:solidFill>
                    <a:srgbClr val="172C43"/>
                  </a:solidFill>
                  <a:latin typeface="Arial" panose="020B0604020202090204"/>
                  <a:ea typeface="Arial" panose="020B0604020202090204"/>
                  <a:cs typeface="Arial" panose="020B0604020202090204"/>
                </a:defRPr>
              </a:lvl8pPr>
              <a:lvl9pPr algn="l">
                <a:defRPr sz="3075" b="0">
                  <a:solidFill>
                    <a:srgbClr val="172C43"/>
                  </a:solidFill>
                  <a:latin typeface="Arial" panose="020B0604020202090204"/>
                  <a:ea typeface="Arial" panose="020B0604020202090204"/>
                  <a:cs typeface="Arial" panose="020B0604020202090204"/>
                </a:defRPr>
              </a:lvl9pPr>
            </a:lstStyle>
            <a:p>
              <a:pPr algn="l">
                <a:defRPr sz="3075" b="0">
                  <a:solidFill>
                    <a:srgbClr val="172C43"/>
                  </a:solidFill>
                  <a:latin typeface="Arial" panose="020B0604020202090204"/>
                  <a:ea typeface="Arial" panose="020B0604020202090204"/>
                  <a:cs typeface="Arial" panose="020B0604020202090204"/>
                </a:defRPr>
              </a:pPr>
              <a:r>
                <a:rPr sz="3075" b="0">
                  <a:solidFill>
                    <a:srgbClr val="172C43"/>
                  </a:solidFill>
                  <a:latin typeface="Times New Roman Regular" panose="02020503050405090304" charset="0"/>
                  <a:ea typeface="Arial" panose="020B0604020202090204"/>
                  <a:cs typeface="Times New Roman Regular" panose="02020503050405090304" charset="0"/>
                </a:rPr>
                <a:t>1,000 synthetic batches; seed 20260926. The same requests, values and risk scores enter all three rules.</a:t>
              </a:r>
              <a:endParaRPr sz="3075" b="0">
                <a:solidFill>
                  <a:srgbClr val="172C43"/>
                </a:solidFill>
                <a:latin typeface="Times New Roman Regular" panose="02020503050405090304" charset="0"/>
                <a:ea typeface="Arial" panose="020B0604020202090204"/>
                <a:cs typeface="Times New Roman Regular" panose="02020503050405090304" charset="0"/>
              </a:endParaRPr>
            </a:p>
            <a:p>
              <a:pPr algn="l">
                <a:defRPr sz="3075" b="0">
                  <a:solidFill>
                    <a:srgbClr val="172C43"/>
                  </a:solidFill>
                  <a:latin typeface="Arial" panose="020B0604020202090204"/>
                  <a:ea typeface="Arial" panose="020B0604020202090204"/>
                  <a:cs typeface="Arial" panose="020B0604020202090204"/>
                </a:defRPr>
              </a:pPr>
              <a:r>
                <a:rPr sz="3075" b="0">
                  <a:solidFill>
                    <a:srgbClr val="172C43"/>
                  </a:solidFill>
                  <a:latin typeface="Times New Roman Regular" panose="02020503050405090304" charset="0"/>
                  <a:ea typeface="Arial" panose="020B0604020202090204"/>
                  <a:cs typeface="Times New Roman Regular" panose="02020503050405090304" charset="0"/>
                </a:rPr>
                <a:t>Stylized multi-slot bids: bᵢ = 0.8vᵢ in both auctions.</a:t>
              </a:r>
              <a:endParaRPr sz="307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54" name="text-49"/>
            <p:cNvSpPr>
              <a:spLocks noGrp="1"/>
            </p:cNvSpPr>
            <p:nvPr/>
          </p:nvSpPr>
          <p:spPr>
            <a:xfrm>
              <a:off x="23319" y="14700"/>
              <a:ext cx="20769" cy="900"/>
            </a:xfrm>
            <a:prstGeom prst="rect">
              <a:avLst/>
            </a:prstGeom>
            <a:noFill/>
            <a:ln>
              <a:noFill/>
            </a:ln>
          </p:spPr>
          <p:txBody>
            <a:bodyPr wrap="square" lIns="0" tIns="0" rIns="0" bIns="0" anchor="t">
              <a:noAutofit/>
            </a:bodyPr>
            <a:lstStyle>
              <a:defPPr algn="l">
                <a:defRPr sz="2775" b="1">
                  <a:solidFill>
                    <a:srgbClr val="087F82"/>
                  </a:solidFill>
                  <a:latin typeface="Arial" panose="020B0604020202090204"/>
                  <a:ea typeface="Arial" panose="020B0604020202090204"/>
                  <a:cs typeface="Arial" panose="020B0604020202090204"/>
                </a:defRPr>
              </a:defPPr>
              <a:lvl1pPr algn="l">
                <a:defRPr sz="2775" b="1">
                  <a:solidFill>
                    <a:srgbClr val="087F82"/>
                  </a:solidFill>
                  <a:latin typeface="Arial" panose="020B0604020202090204"/>
                  <a:ea typeface="Arial" panose="020B0604020202090204"/>
                  <a:cs typeface="Arial" panose="020B0604020202090204"/>
                </a:defRPr>
              </a:lvl1pPr>
              <a:lvl2pPr algn="l">
                <a:defRPr sz="2775" b="1">
                  <a:solidFill>
                    <a:srgbClr val="087F82"/>
                  </a:solidFill>
                  <a:latin typeface="Arial" panose="020B0604020202090204"/>
                  <a:ea typeface="Arial" panose="020B0604020202090204"/>
                  <a:cs typeface="Arial" panose="020B0604020202090204"/>
                </a:defRPr>
              </a:lvl2pPr>
              <a:lvl3pPr algn="l">
                <a:defRPr sz="2775" b="1">
                  <a:solidFill>
                    <a:srgbClr val="087F82"/>
                  </a:solidFill>
                  <a:latin typeface="Arial" panose="020B0604020202090204"/>
                  <a:ea typeface="Arial" panose="020B0604020202090204"/>
                  <a:cs typeface="Arial" panose="020B0604020202090204"/>
                </a:defRPr>
              </a:lvl3pPr>
              <a:lvl4pPr algn="l">
                <a:defRPr sz="2775" b="1">
                  <a:solidFill>
                    <a:srgbClr val="087F82"/>
                  </a:solidFill>
                  <a:latin typeface="Arial" panose="020B0604020202090204"/>
                  <a:ea typeface="Arial" panose="020B0604020202090204"/>
                  <a:cs typeface="Arial" panose="020B0604020202090204"/>
                </a:defRPr>
              </a:lvl4pPr>
              <a:lvl5pPr algn="l">
                <a:defRPr sz="2775" b="1">
                  <a:solidFill>
                    <a:srgbClr val="087F82"/>
                  </a:solidFill>
                  <a:latin typeface="Arial" panose="020B0604020202090204"/>
                  <a:ea typeface="Arial" panose="020B0604020202090204"/>
                  <a:cs typeface="Arial" panose="020B0604020202090204"/>
                </a:defRPr>
              </a:lvl5pPr>
              <a:lvl6pPr algn="l">
                <a:defRPr sz="2775" b="1">
                  <a:solidFill>
                    <a:srgbClr val="087F82"/>
                  </a:solidFill>
                  <a:latin typeface="Arial" panose="020B0604020202090204"/>
                  <a:ea typeface="Arial" panose="020B0604020202090204"/>
                  <a:cs typeface="Arial" panose="020B0604020202090204"/>
                </a:defRPr>
              </a:lvl6pPr>
              <a:lvl7pPr algn="l">
                <a:defRPr sz="2775" b="1">
                  <a:solidFill>
                    <a:srgbClr val="087F82"/>
                  </a:solidFill>
                  <a:latin typeface="Arial" panose="020B0604020202090204"/>
                  <a:ea typeface="Arial" panose="020B0604020202090204"/>
                  <a:cs typeface="Arial" panose="020B0604020202090204"/>
                </a:defRPr>
              </a:lvl7pPr>
              <a:lvl8pPr algn="l">
                <a:defRPr sz="2775" b="1">
                  <a:solidFill>
                    <a:srgbClr val="087F82"/>
                  </a:solidFill>
                  <a:latin typeface="Arial" panose="020B0604020202090204"/>
                  <a:ea typeface="Arial" panose="020B0604020202090204"/>
                  <a:cs typeface="Arial" panose="020B0604020202090204"/>
                </a:defRPr>
              </a:lvl8pPr>
              <a:lvl9pPr algn="l">
                <a:defRPr sz="2775" b="1">
                  <a:solidFill>
                    <a:srgbClr val="087F82"/>
                  </a:solidFill>
                  <a:latin typeface="Arial" panose="020B0604020202090204"/>
                  <a:ea typeface="Arial" panose="020B0604020202090204"/>
                  <a:cs typeface="Arial" panose="020B0604020202090204"/>
                </a:defRPr>
              </a:lvl9pPr>
            </a:lstStyle>
            <a:p>
              <a:pPr algn="l">
                <a:defRPr sz="2775" b="1">
                  <a:solidFill>
                    <a:srgbClr val="087F82"/>
                  </a:solidFill>
                  <a:latin typeface="Arial" panose="020B0604020202090204"/>
                  <a:ea typeface="Arial" panose="020B0604020202090204"/>
                  <a:cs typeface="Arial" panose="020B0604020202090204"/>
                </a:defRPr>
              </a:pPr>
              <a:r>
                <a:rPr sz="2775">
                  <a:solidFill>
                    <a:srgbClr val="087F82"/>
                  </a:solidFill>
                  <a:latin typeface="Times New Roman" panose="02020503050405090304" charset="0"/>
                  <a:ea typeface="Arial" panose="020B0604020202090204"/>
                  <a:cs typeface="Times New Roman" panose="02020503050405090304" charset="0"/>
                </a:rPr>
                <a:t>Assumed bidding rule, not a multi-slot equilibrium.</a:t>
              </a:r>
              <a:endParaRPr sz="2775">
                <a:solidFill>
                  <a:srgbClr val="087F82"/>
                </a:solidFill>
                <a:latin typeface="Times New Roman" panose="02020503050405090304" charset="0"/>
                <a:ea typeface="Arial" panose="020B0604020202090204"/>
                <a:cs typeface="Times New Roman" panose="02020503050405090304" charset="0"/>
              </a:endParaRPr>
            </a:p>
          </p:txBody>
        </p:sp>
        <p:sp>
          <p:nvSpPr>
            <p:cNvPr id="55" name="text-50"/>
            <p:cNvSpPr>
              <a:spLocks noGrp="1"/>
            </p:cNvSpPr>
            <p:nvPr/>
          </p:nvSpPr>
          <p:spPr>
            <a:xfrm>
              <a:off x="23319" y="15900"/>
              <a:ext cx="9750" cy="2175"/>
            </a:xfrm>
            <a:prstGeom prst="rect">
              <a:avLst/>
            </a:prstGeom>
            <a:noFill/>
            <a:ln>
              <a:noFill/>
            </a:ln>
          </p:spPr>
          <p:txBody>
            <a:bodyPr wrap="square" lIns="0" tIns="0" rIns="0" bIns="0" anchor="t">
              <a:noAutofit/>
            </a:bodyPr>
            <a:lstStyle>
              <a:defPPr algn="l">
                <a:defRPr sz="9600" b="1">
                  <a:solidFill>
                    <a:srgbClr val="073A85"/>
                  </a:solidFill>
                  <a:latin typeface="Arial" panose="020B0604020202090204"/>
                  <a:ea typeface="Arial" panose="020B0604020202090204"/>
                  <a:cs typeface="Arial" panose="020B0604020202090204"/>
                </a:defRPr>
              </a:defPPr>
              <a:lvl1pPr algn="l">
                <a:defRPr sz="9600" b="1">
                  <a:solidFill>
                    <a:srgbClr val="073A85"/>
                  </a:solidFill>
                  <a:latin typeface="Arial" panose="020B0604020202090204"/>
                  <a:ea typeface="Arial" panose="020B0604020202090204"/>
                  <a:cs typeface="Arial" panose="020B0604020202090204"/>
                </a:defRPr>
              </a:lvl1pPr>
              <a:lvl2pPr algn="l">
                <a:defRPr sz="9600" b="1">
                  <a:solidFill>
                    <a:srgbClr val="073A85"/>
                  </a:solidFill>
                  <a:latin typeface="Arial" panose="020B0604020202090204"/>
                  <a:ea typeface="Arial" panose="020B0604020202090204"/>
                  <a:cs typeface="Arial" panose="020B0604020202090204"/>
                </a:defRPr>
              </a:lvl2pPr>
              <a:lvl3pPr algn="l">
                <a:defRPr sz="9600" b="1">
                  <a:solidFill>
                    <a:srgbClr val="073A85"/>
                  </a:solidFill>
                  <a:latin typeface="Arial" panose="020B0604020202090204"/>
                  <a:ea typeface="Arial" panose="020B0604020202090204"/>
                  <a:cs typeface="Arial" panose="020B0604020202090204"/>
                </a:defRPr>
              </a:lvl3pPr>
              <a:lvl4pPr algn="l">
                <a:defRPr sz="9600" b="1">
                  <a:solidFill>
                    <a:srgbClr val="073A85"/>
                  </a:solidFill>
                  <a:latin typeface="Arial" panose="020B0604020202090204"/>
                  <a:ea typeface="Arial" panose="020B0604020202090204"/>
                  <a:cs typeface="Arial" panose="020B0604020202090204"/>
                </a:defRPr>
              </a:lvl4pPr>
              <a:lvl5pPr algn="l">
                <a:defRPr sz="9600" b="1">
                  <a:solidFill>
                    <a:srgbClr val="073A85"/>
                  </a:solidFill>
                  <a:latin typeface="Arial" panose="020B0604020202090204"/>
                  <a:ea typeface="Arial" panose="020B0604020202090204"/>
                  <a:cs typeface="Arial" panose="020B0604020202090204"/>
                </a:defRPr>
              </a:lvl5pPr>
              <a:lvl6pPr algn="l">
                <a:defRPr sz="9600" b="1">
                  <a:solidFill>
                    <a:srgbClr val="073A85"/>
                  </a:solidFill>
                  <a:latin typeface="Arial" panose="020B0604020202090204"/>
                  <a:ea typeface="Arial" panose="020B0604020202090204"/>
                  <a:cs typeface="Arial" panose="020B0604020202090204"/>
                </a:defRPr>
              </a:lvl6pPr>
              <a:lvl7pPr algn="l">
                <a:defRPr sz="9600" b="1">
                  <a:solidFill>
                    <a:srgbClr val="073A85"/>
                  </a:solidFill>
                  <a:latin typeface="Arial" panose="020B0604020202090204"/>
                  <a:ea typeface="Arial" panose="020B0604020202090204"/>
                  <a:cs typeface="Arial" panose="020B0604020202090204"/>
                </a:defRPr>
              </a:lvl7pPr>
              <a:lvl8pPr algn="l">
                <a:defRPr sz="9600" b="1">
                  <a:solidFill>
                    <a:srgbClr val="073A85"/>
                  </a:solidFill>
                  <a:latin typeface="Arial" panose="020B0604020202090204"/>
                  <a:ea typeface="Arial" panose="020B0604020202090204"/>
                  <a:cs typeface="Arial" panose="020B0604020202090204"/>
                </a:defRPr>
              </a:lvl8pPr>
              <a:lvl9pPr algn="l">
                <a:defRPr sz="9600" b="1">
                  <a:solidFill>
                    <a:srgbClr val="073A85"/>
                  </a:solidFill>
                  <a:latin typeface="Arial" panose="020B0604020202090204"/>
                  <a:ea typeface="Arial" panose="020B0604020202090204"/>
                  <a:cs typeface="Arial" panose="020B0604020202090204"/>
                </a:defRPr>
              </a:lvl9pPr>
            </a:lstStyle>
            <a:p>
              <a:pPr algn="l">
                <a:defRPr sz="9600" b="1">
                  <a:solidFill>
                    <a:srgbClr val="073A85"/>
                  </a:solidFill>
                  <a:latin typeface="Arial" panose="020B0604020202090204"/>
                  <a:ea typeface="Arial" panose="020B0604020202090204"/>
                  <a:cs typeface="Arial" panose="020B0604020202090204"/>
                </a:defRPr>
              </a:pPr>
              <a:r>
                <a:rPr sz="9600" b="1">
                  <a:solidFill>
                    <a:srgbClr val="073A85"/>
                  </a:solidFill>
                  <a:latin typeface="Times New Roman Regular" panose="02020503050405090304" charset="0"/>
                  <a:ea typeface="Arial" panose="020B0604020202090204"/>
                  <a:cs typeface="Times New Roman Regular" panose="02020503050405090304" charset="0"/>
                </a:rPr>
                <a:t>+9.78</a:t>
              </a:r>
              <a:endParaRPr sz="960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56" name="text-51"/>
            <p:cNvSpPr>
              <a:spLocks noGrp="1"/>
            </p:cNvSpPr>
            <p:nvPr/>
          </p:nvSpPr>
          <p:spPr>
            <a:xfrm>
              <a:off x="33369" y="16275"/>
              <a:ext cx="10719" cy="1650"/>
            </a:xfrm>
            <a:prstGeom prst="rect">
              <a:avLst/>
            </a:prstGeom>
            <a:noFill/>
            <a:ln>
              <a:noFill/>
            </a:ln>
          </p:spPr>
          <p:txBody>
            <a:bodyPr wrap="square" lIns="0" tIns="0" rIns="0" bIns="0" anchor="t">
              <a:noAutofit/>
            </a:bodyPr>
            <a:lstStyle>
              <a:defPPr algn="l">
                <a:defRPr sz="3225" b="0">
                  <a:solidFill>
                    <a:srgbClr val="172C43"/>
                  </a:solidFill>
                  <a:latin typeface="Arial" panose="020B0604020202090204"/>
                  <a:ea typeface="Arial" panose="020B0604020202090204"/>
                  <a:cs typeface="Arial" panose="020B0604020202090204"/>
                </a:defRPr>
              </a:defPPr>
              <a:lvl1pPr algn="l">
                <a:defRPr sz="3225" b="0">
                  <a:solidFill>
                    <a:srgbClr val="172C43"/>
                  </a:solidFill>
                  <a:latin typeface="Arial" panose="020B0604020202090204"/>
                  <a:ea typeface="Arial" panose="020B0604020202090204"/>
                  <a:cs typeface="Arial" panose="020B0604020202090204"/>
                </a:defRPr>
              </a:lvl1pPr>
              <a:lvl2pPr algn="l">
                <a:defRPr sz="3225" b="0">
                  <a:solidFill>
                    <a:srgbClr val="172C43"/>
                  </a:solidFill>
                  <a:latin typeface="Arial" panose="020B0604020202090204"/>
                  <a:ea typeface="Arial" panose="020B0604020202090204"/>
                  <a:cs typeface="Arial" panose="020B0604020202090204"/>
                </a:defRPr>
              </a:lvl2pPr>
              <a:lvl3pPr algn="l">
                <a:defRPr sz="3225" b="0">
                  <a:solidFill>
                    <a:srgbClr val="172C43"/>
                  </a:solidFill>
                  <a:latin typeface="Arial" panose="020B0604020202090204"/>
                  <a:ea typeface="Arial" panose="020B0604020202090204"/>
                  <a:cs typeface="Arial" panose="020B0604020202090204"/>
                </a:defRPr>
              </a:lvl3pPr>
              <a:lvl4pPr algn="l">
                <a:defRPr sz="3225" b="0">
                  <a:solidFill>
                    <a:srgbClr val="172C43"/>
                  </a:solidFill>
                  <a:latin typeface="Arial" panose="020B0604020202090204"/>
                  <a:ea typeface="Arial" panose="020B0604020202090204"/>
                  <a:cs typeface="Arial" panose="020B0604020202090204"/>
                </a:defRPr>
              </a:lvl4pPr>
              <a:lvl5pPr algn="l">
                <a:defRPr sz="3225" b="0">
                  <a:solidFill>
                    <a:srgbClr val="172C43"/>
                  </a:solidFill>
                  <a:latin typeface="Arial" panose="020B0604020202090204"/>
                  <a:ea typeface="Arial" panose="020B0604020202090204"/>
                  <a:cs typeface="Arial" panose="020B0604020202090204"/>
                </a:defRPr>
              </a:lvl5pPr>
              <a:lvl6pPr algn="l">
                <a:defRPr sz="3225" b="0">
                  <a:solidFill>
                    <a:srgbClr val="172C43"/>
                  </a:solidFill>
                  <a:latin typeface="Arial" panose="020B0604020202090204"/>
                  <a:ea typeface="Arial" panose="020B0604020202090204"/>
                  <a:cs typeface="Arial" panose="020B0604020202090204"/>
                </a:defRPr>
              </a:lvl6pPr>
              <a:lvl7pPr algn="l">
                <a:defRPr sz="3225" b="0">
                  <a:solidFill>
                    <a:srgbClr val="172C43"/>
                  </a:solidFill>
                  <a:latin typeface="Arial" panose="020B0604020202090204"/>
                  <a:ea typeface="Arial" panose="020B0604020202090204"/>
                  <a:cs typeface="Arial" panose="020B0604020202090204"/>
                </a:defRPr>
              </a:lvl7pPr>
              <a:lvl8pPr algn="l">
                <a:defRPr sz="3225" b="0">
                  <a:solidFill>
                    <a:srgbClr val="172C43"/>
                  </a:solidFill>
                  <a:latin typeface="Arial" panose="020B0604020202090204"/>
                  <a:ea typeface="Arial" panose="020B0604020202090204"/>
                  <a:cs typeface="Arial" panose="020B0604020202090204"/>
                </a:defRPr>
              </a:lvl8pPr>
              <a:lvl9pPr algn="l">
                <a:defRPr sz="3225" b="0">
                  <a:solidFill>
                    <a:srgbClr val="172C43"/>
                  </a:solidFill>
                  <a:latin typeface="Arial" panose="020B0604020202090204"/>
                  <a:ea typeface="Arial" panose="020B0604020202090204"/>
                  <a:cs typeface="Arial" panose="020B0604020202090204"/>
                </a:defRPr>
              </a:lvl9pPr>
            </a:lstStyle>
            <a:p>
              <a:pPr algn="l">
                <a:defRPr sz="3225" b="0">
                  <a:solidFill>
                    <a:srgbClr val="172C43"/>
                  </a:solidFill>
                  <a:latin typeface="Arial" panose="020B0604020202090204"/>
                  <a:ea typeface="Arial" panose="020B0604020202090204"/>
                  <a:cs typeface="Arial" panose="020B0604020202090204"/>
                </a:defRPr>
              </a:pPr>
              <a:r>
                <a:rPr sz="3225" b="0">
                  <a:solidFill>
                    <a:srgbClr val="172C43"/>
                  </a:solidFill>
                  <a:latin typeface="Times New Roman Regular" panose="02020503050405090304" charset="0"/>
                  <a:ea typeface="Arial" panose="020B0604020202090204"/>
                  <a:cs typeface="Times New Roman Regular" panose="02020503050405090304" charset="0"/>
                </a:rPr>
                <a:t>mean ΔW at λ = 1</a:t>
              </a:r>
              <a:endParaRPr sz="3225" b="0">
                <a:solidFill>
                  <a:srgbClr val="172C43"/>
                </a:solidFill>
                <a:latin typeface="Times New Roman Regular" panose="02020503050405090304" charset="0"/>
                <a:ea typeface="Arial" panose="020B0604020202090204"/>
                <a:cs typeface="Times New Roman Regular" panose="02020503050405090304" charset="0"/>
              </a:endParaRPr>
            </a:p>
            <a:p>
              <a:pPr algn="l">
                <a:defRPr sz="3225" b="0">
                  <a:solidFill>
                    <a:srgbClr val="172C43"/>
                  </a:solidFill>
                  <a:latin typeface="Arial" panose="020B0604020202090204"/>
                  <a:ea typeface="Arial" panose="020B0604020202090204"/>
                  <a:cs typeface="Arial" panose="020B0604020202090204"/>
                </a:defRPr>
              </a:pPr>
              <a:r>
                <a:rPr sz="3225" b="0">
                  <a:solidFill>
                    <a:srgbClr val="172C43"/>
                  </a:solidFill>
                  <a:latin typeface="Times New Roman Regular" panose="02020503050405090304" charset="0"/>
                  <a:ea typeface="Arial" panose="020B0604020202090204"/>
                  <a:cs typeface="Times New Roman Regular" panose="02020503050405090304" charset="0"/>
                </a:rPr>
                <a:t>Monte Carlo SE = 0.89</a:t>
              </a:r>
              <a:endParaRPr sz="32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57" name="text-52"/>
            <p:cNvSpPr>
              <a:spLocks noGrp="1"/>
            </p:cNvSpPr>
            <p:nvPr/>
          </p:nvSpPr>
          <p:spPr>
            <a:xfrm>
              <a:off x="23319" y="18525"/>
              <a:ext cx="9900" cy="1020"/>
            </a:xfrm>
            <a:prstGeom prst="rect">
              <a:avLst/>
            </a:prstGeom>
            <a:noFill/>
            <a:ln>
              <a:noFill/>
            </a:ln>
          </p:spPr>
          <p:txBody>
            <a:bodyPr wrap="square" lIns="0" tIns="0" rIns="0" bIns="0" anchor="t">
              <a:noAutofit/>
            </a:bodyPr>
            <a:lstStyle>
              <a:defPPr algn="l">
                <a:defRPr sz="4350" b="1">
                  <a:solidFill>
                    <a:srgbClr val="073A85"/>
                  </a:solidFill>
                  <a:latin typeface="Arial" panose="020B0604020202090204"/>
                  <a:ea typeface="Arial" panose="020B0604020202090204"/>
                  <a:cs typeface="Arial" panose="020B0604020202090204"/>
                </a:defRPr>
              </a:defPPr>
              <a:lvl1pPr algn="l">
                <a:defRPr sz="4350" b="1">
                  <a:solidFill>
                    <a:srgbClr val="073A85"/>
                  </a:solidFill>
                  <a:latin typeface="Arial" panose="020B0604020202090204"/>
                  <a:ea typeface="Arial" panose="020B0604020202090204"/>
                  <a:cs typeface="Arial" panose="020B0604020202090204"/>
                </a:defRPr>
              </a:lvl1pPr>
              <a:lvl2pPr algn="l">
                <a:defRPr sz="4350" b="1">
                  <a:solidFill>
                    <a:srgbClr val="073A85"/>
                  </a:solidFill>
                  <a:latin typeface="Arial" panose="020B0604020202090204"/>
                  <a:ea typeface="Arial" panose="020B0604020202090204"/>
                  <a:cs typeface="Arial" panose="020B0604020202090204"/>
                </a:defRPr>
              </a:lvl2pPr>
              <a:lvl3pPr algn="l">
                <a:defRPr sz="4350" b="1">
                  <a:solidFill>
                    <a:srgbClr val="073A85"/>
                  </a:solidFill>
                  <a:latin typeface="Arial" panose="020B0604020202090204"/>
                  <a:ea typeface="Arial" panose="020B0604020202090204"/>
                  <a:cs typeface="Arial" panose="020B0604020202090204"/>
                </a:defRPr>
              </a:lvl3pPr>
              <a:lvl4pPr algn="l">
                <a:defRPr sz="4350" b="1">
                  <a:solidFill>
                    <a:srgbClr val="073A85"/>
                  </a:solidFill>
                  <a:latin typeface="Arial" panose="020B0604020202090204"/>
                  <a:ea typeface="Arial" panose="020B0604020202090204"/>
                  <a:cs typeface="Arial" panose="020B0604020202090204"/>
                </a:defRPr>
              </a:lvl4pPr>
              <a:lvl5pPr algn="l">
                <a:defRPr sz="4350" b="1">
                  <a:solidFill>
                    <a:srgbClr val="073A85"/>
                  </a:solidFill>
                  <a:latin typeface="Arial" panose="020B0604020202090204"/>
                  <a:ea typeface="Arial" panose="020B0604020202090204"/>
                  <a:cs typeface="Arial" panose="020B0604020202090204"/>
                </a:defRPr>
              </a:lvl5pPr>
              <a:lvl6pPr algn="l">
                <a:defRPr sz="4350" b="1">
                  <a:solidFill>
                    <a:srgbClr val="073A85"/>
                  </a:solidFill>
                  <a:latin typeface="Arial" panose="020B0604020202090204"/>
                  <a:ea typeface="Arial" panose="020B0604020202090204"/>
                  <a:cs typeface="Arial" panose="020B0604020202090204"/>
                </a:defRPr>
              </a:lvl6pPr>
              <a:lvl7pPr algn="l">
                <a:defRPr sz="4350" b="1">
                  <a:solidFill>
                    <a:srgbClr val="073A85"/>
                  </a:solidFill>
                  <a:latin typeface="Arial" panose="020B0604020202090204"/>
                  <a:ea typeface="Arial" panose="020B0604020202090204"/>
                  <a:cs typeface="Arial" panose="020B0604020202090204"/>
                </a:defRPr>
              </a:lvl7pPr>
              <a:lvl8pPr algn="l">
                <a:defRPr sz="4350" b="1">
                  <a:solidFill>
                    <a:srgbClr val="073A85"/>
                  </a:solidFill>
                  <a:latin typeface="Arial" panose="020B0604020202090204"/>
                  <a:ea typeface="Arial" panose="020B0604020202090204"/>
                  <a:cs typeface="Arial" panose="020B0604020202090204"/>
                </a:defRPr>
              </a:lvl8pPr>
              <a:lvl9pPr algn="l">
                <a:defRPr sz="4350" b="1">
                  <a:solidFill>
                    <a:srgbClr val="073A85"/>
                  </a:solidFill>
                  <a:latin typeface="Arial" panose="020B0604020202090204"/>
                  <a:ea typeface="Arial" panose="020B0604020202090204"/>
                  <a:cs typeface="Arial" panose="020B0604020202090204"/>
                </a:defRPr>
              </a:lvl9pPr>
            </a:lstStyle>
            <a:p>
              <a:pPr algn="l">
                <a:defRPr sz="4350" b="1">
                  <a:solidFill>
                    <a:srgbClr val="073A85"/>
                  </a:solidFill>
                  <a:latin typeface="Arial" panose="020B0604020202090204"/>
                  <a:ea typeface="Arial" panose="020B0604020202090204"/>
                  <a:cs typeface="Arial" panose="020B0604020202090204"/>
                </a:defRPr>
              </a:pPr>
              <a:r>
                <a:rPr sz="4350" b="1">
                  <a:solidFill>
                    <a:srgbClr val="073A85"/>
                  </a:solidFill>
                  <a:latin typeface="Times New Roman Regular" panose="02020503050405090304" charset="0"/>
                  <a:ea typeface="Arial" panose="020B0604020202090204"/>
                  <a:cs typeface="Times New Roman Regular" panose="02020503050405090304" charset="0"/>
                </a:rPr>
                <a:t>L = 26.82</a:t>
              </a:r>
              <a:endParaRPr sz="435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58" name="text-53"/>
            <p:cNvSpPr>
              <a:spLocks noGrp="1"/>
            </p:cNvSpPr>
            <p:nvPr/>
          </p:nvSpPr>
          <p:spPr>
            <a:xfrm>
              <a:off x="33669" y="18525"/>
              <a:ext cx="10419" cy="1020"/>
            </a:xfrm>
            <a:prstGeom prst="rect">
              <a:avLst/>
            </a:prstGeom>
            <a:noFill/>
            <a:ln>
              <a:noFill/>
            </a:ln>
          </p:spPr>
          <p:txBody>
            <a:bodyPr wrap="square" lIns="0" tIns="0" rIns="0" bIns="0" anchor="t">
              <a:noAutofit/>
            </a:bodyPr>
            <a:lstStyle>
              <a:defPPr algn="l">
                <a:defRPr sz="4350" b="1">
                  <a:solidFill>
                    <a:srgbClr val="087F82"/>
                  </a:solidFill>
                  <a:latin typeface="Arial" panose="020B0604020202090204"/>
                  <a:ea typeface="Arial" panose="020B0604020202090204"/>
                  <a:cs typeface="Arial" panose="020B0604020202090204"/>
                </a:defRPr>
              </a:defPPr>
              <a:lvl1pPr algn="l">
                <a:defRPr sz="4350" b="1">
                  <a:solidFill>
                    <a:srgbClr val="087F82"/>
                  </a:solidFill>
                  <a:latin typeface="Arial" panose="020B0604020202090204"/>
                  <a:ea typeface="Arial" panose="020B0604020202090204"/>
                  <a:cs typeface="Arial" panose="020B0604020202090204"/>
                </a:defRPr>
              </a:lvl1pPr>
              <a:lvl2pPr algn="l">
                <a:defRPr sz="4350" b="1">
                  <a:solidFill>
                    <a:srgbClr val="087F82"/>
                  </a:solidFill>
                  <a:latin typeface="Arial" panose="020B0604020202090204"/>
                  <a:ea typeface="Arial" panose="020B0604020202090204"/>
                  <a:cs typeface="Arial" panose="020B0604020202090204"/>
                </a:defRPr>
              </a:lvl2pPr>
              <a:lvl3pPr algn="l">
                <a:defRPr sz="4350" b="1">
                  <a:solidFill>
                    <a:srgbClr val="087F82"/>
                  </a:solidFill>
                  <a:latin typeface="Arial" panose="020B0604020202090204"/>
                  <a:ea typeface="Arial" panose="020B0604020202090204"/>
                  <a:cs typeface="Arial" panose="020B0604020202090204"/>
                </a:defRPr>
              </a:lvl3pPr>
              <a:lvl4pPr algn="l">
                <a:defRPr sz="4350" b="1">
                  <a:solidFill>
                    <a:srgbClr val="087F82"/>
                  </a:solidFill>
                  <a:latin typeface="Arial" panose="020B0604020202090204"/>
                  <a:ea typeface="Arial" panose="020B0604020202090204"/>
                  <a:cs typeface="Arial" panose="020B0604020202090204"/>
                </a:defRPr>
              </a:lvl4pPr>
              <a:lvl5pPr algn="l">
                <a:defRPr sz="4350" b="1">
                  <a:solidFill>
                    <a:srgbClr val="087F82"/>
                  </a:solidFill>
                  <a:latin typeface="Arial" panose="020B0604020202090204"/>
                  <a:ea typeface="Arial" panose="020B0604020202090204"/>
                  <a:cs typeface="Arial" panose="020B0604020202090204"/>
                </a:defRPr>
              </a:lvl5pPr>
              <a:lvl6pPr algn="l">
                <a:defRPr sz="4350" b="1">
                  <a:solidFill>
                    <a:srgbClr val="087F82"/>
                  </a:solidFill>
                  <a:latin typeface="Arial" panose="020B0604020202090204"/>
                  <a:ea typeface="Arial" panose="020B0604020202090204"/>
                  <a:cs typeface="Arial" panose="020B0604020202090204"/>
                </a:defRPr>
              </a:lvl6pPr>
              <a:lvl7pPr algn="l">
                <a:defRPr sz="4350" b="1">
                  <a:solidFill>
                    <a:srgbClr val="087F82"/>
                  </a:solidFill>
                  <a:latin typeface="Arial" panose="020B0604020202090204"/>
                  <a:ea typeface="Arial" panose="020B0604020202090204"/>
                  <a:cs typeface="Arial" panose="020B0604020202090204"/>
                </a:defRPr>
              </a:lvl7pPr>
              <a:lvl8pPr algn="l">
                <a:defRPr sz="4350" b="1">
                  <a:solidFill>
                    <a:srgbClr val="087F82"/>
                  </a:solidFill>
                  <a:latin typeface="Arial" panose="020B0604020202090204"/>
                  <a:ea typeface="Arial" panose="020B0604020202090204"/>
                  <a:cs typeface="Arial" panose="020B0604020202090204"/>
                </a:defRPr>
              </a:lvl8pPr>
              <a:lvl9pPr algn="l">
                <a:defRPr sz="4350" b="1">
                  <a:solidFill>
                    <a:srgbClr val="087F82"/>
                  </a:solidFill>
                  <a:latin typeface="Arial" panose="020B0604020202090204"/>
                  <a:ea typeface="Arial" panose="020B0604020202090204"/>
                  <a:cs typeface="Arial" panose="020B0604020202090204"/>
                </a:defRPr>
              </a:lvl9pPr>
            </a:lstStyle>
            <a:p>
              <a:pPr algn="l">
                <a:defRPr sz="4350" b="1">
                  <a:solidFill>
                    <a:srgbClr val="087F82"/>
                  </a:solidFill>
                  <a:latin typeface="Arial" panose="020B0604020202090204"/>
                  <a:ea typeface="Arial" panose="020B0604020202090204"/>
                  <a:cs typeface="Arial" panose="020B0604020202090204"/>
                </a:defRPr>
              </a:pPr>
              <a:r>
                <a:rPr sz="4350" b="1">
                  <a:solidFill>
                    <a:srgbClr val="087F82"/>
                  </a:solidFill>
                  <a:latin typeface="Times New Roman Regular" panose="02020503050405090304" charset="0"/>
                  <a:ea typeface="Arial" panose="020B0604020202090204"/>
                  <a:cs typeface="Times New Roman Regular" panose="02020503050405090304" charset="0"/>
                </a:rPr>
                <a:t>ΔC = +36.59</a:t>
              </a:r>
              <a:endParaRPr sz="4350"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59" name="text-54"/>
            <p:cNvSpPr>
              <a:spLocks noGrp="1"/>
            </p:cNvSpPr>
            <p:nvPr/>
          </p:nvSpPr>
          <p:spPr>
            <a:xfrm>
              <a:off x="23319" y="19725"/>
              <a:ext cx="9750" cy="750"/>
            </a:xfrm>
            <a:prstGeom prst="rect">
              <a:avLst/>
            </a:prstGeom>
            <a:noFill/>
            <a:ln>
              <a:noFill/>
            </a:ln>
          </p:spPr>
          <p:txBody>
            <a:bodyPr wrap="square" lIns="0" tIns="0" rIns="0" bIns="0" anchor="t">
              <a:noAutofit/>
            </a:bodyPr>
            <a:lstStyle>
              <a:defPPr algn="l">
                <a:defRPr sz="2625" b="0">
                  <a:solidFill>
                    <a:srgbClr val="172C43"/>
                  </a:solidFill>
                  <a:latin typeface="Arial" panose="020B0604020202090204"/>
                  <a:ea typeface="Arial" panose="020B0604020202090204"/>
                  <a:cs typeface="Arial" panose="020B0604020202090204"/>
                </a:defRPr>
              </a:defPPr>
              <a:lvl1pPr algn="l">
                <a:defRPr sz="2625" b="0">
                  <a:solidFill>
                    <a:srgbClr val="172C43"/>
                  </a:solidFill>
                  <a:latin typeface="Arial" panose="020B0604020202090204"/>
                  <a:ea typeface="Arial" panose="020B0604020202090204"/>
                  <a:cs typeface="Arial" panose="020B0604020202090204"/>
                </a:defRPr>
              </a:lvl1pPr>
              <a:lvl2pPr algn="l">
                <a:defRPr sz="2625" b="0">
                  <a:solidFill>
                    <a:srgbClr val="172C43"/>
                  </a:solidFill>
                  <a:latin typeface="Arial" panose="020B0604020202090204"/>
                  <a:ea typeface="Arial" panose="020B0604020202090204"/>
                  <a:cs typeface="Arial" panose="020B0604020202090204"/>
                </a:defRPr>
              </a:lvl2pPr>
              <a:lvl3pPr algn="l">
                <a:defRPr sz="2625" b="0">
                  <a:solidFill>
                    <a:srgbClr val="172C43"/>
                  </a:solidFill>
                  <a:latin typeface="Arial" panose="020B0604020202090204"/>
                  <a:ea typeface="Arial" panose="020B0604020202090204"/>
                  <a:cs typeface="Arial" panose="020B0604020202090204"/>
                </a:defRPr>
              </a:lvl3pPr>
              <a:lvl4pPr algn="l">
                <a:defRPr sz="2625" b="0">
                  <a:solidFill>
                    <a:srgbClr val="172C43"/>
                  </a:solidFill>
                  <a:latin typeface="Arial" panose="020B0604020202090204"/>
                  <a:ea typeface="Arial" panose="020B0604020202090204"/>
                  <a:cs typeface="Arial" panose="020B0604020202090204"/>
                </a:defRPr>
              </a:lvl4pPr>
              <a:lvl5pPr algn="l">
                <a:defRPr sz="2625" b="0">
                  <a:solidFill>
                    <a:srgbClr val="172C43"/>
                  </a:solidFill>
                  <a:latin typeface="Arial" panose="020B0604020202090204"/>
                  <a:ea typeface="Arial" panose="020B0604020202090204"/>
                  <a:cs typeface="Arial" panose="020B0604020202090204"/>
                </a:defRPr>
              </a:lvl5pPr>
              <a:lvl6pPr algn="l">
                <a:defRPr sz="2625" b="0">
                  <a:solidFill>
                    <a:srgbClr val="172C43"/>
                  </a:solidFill>
                  <a:latin typeface="Arial" panose="020B0604020202090204"/>
                  <a:ea typeface="Arial" panose="020B0604020202090204"/>
                  <a:cs typeface="Arial" panose="020B0604020202090204"/>
                </a:defRPr>
              </a:lvl6pPr>
              <a:lvl7pPr algn="l">
                <a:defRPr sz="2625" b="0">
                  <a:solidFill>
                    <a:srgbClr val="172C43"/>
                  </a:solidFill>
                  <a:latin typeface="Arial" panose="020B0604020202090204"/>
                  <a:ea typeface="Arial" panose="020B0604020202090204"/>
                  <a:cs typeface="Arial" panose="020B0604020202090204"/>
                </a:defRPr>
              </a:lvl7pPr>
              <a:lvl8pPr algn="l">
                <a:defRPr sz="2625" b="0">
                  <a:solidFill>
                    <a:srgbClr val="172C43"/>
                  </a:solidFill>
                  <a:latin typeface="Arial" panose="020B0604020202090204"/>
                  <a:ea typeface="Arial" panose="020B0604020202090204"/>
                  <a:cs typeface="Arial" panose="020B0604020202090204"/>
                </a:defRPr>
              </a:lvl8pPr>
              <a:lvl9pPr algn="l">
                <a:defRPr sz="2625" b="0">
                  <a:solidFill>
                    <a:srgbClr val="172C43"/>
                  </a:solidFill>
                  <a:latin typeface="Arial" panose="020B0604020202090204"/>
                  <a:ea typeface="Arial" panose="020B0604020202090204"/>
                  <a:cs typeface="Arial" panose="020B0604020202090204"/>
                </a:defRPr>
              </a:lvl9pPr>
            </a:lstStyle>
            <a:p>
              <a:pPr algn="l">
                <a:defRPr sz="2625" b="0">
                  <a:solidFill>
                    <a:srgbClr val="172C43"/>
                  </a:solidFill>
                  <a:latin typeface="Arial" panose="020B0604020202090204"/>
                  <a:ea typeface="Arial" panose="020B0604020202090204"/>
                  <a:cs typeface="Arial" panose="020B0604020202090204"/>
                </a:defRPr>
              </a:pPr>
              <a:r>
                <a:rPr sz="2625" b="0">
                  <a:solidFill>
                    <a:srgbClr val="172C43"/>
                  </a:solidFill>
                  <a:latin typeface="Times New Roman Regular" panose="02020503050405090304" charset="0"/>
                  <a:ea typeface="Arial" panose="020B0604020202090204"/>
                  <a:cs typeface="Times New Roman Regular" panose="02020503050405090304" charset="0"/>
                </a:rPr>
                <a:t>Displaced private value</a:t>
              </a:r>
              <a:endParaRPr sz="26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60" name="text-55"/>
            <p:cNvSpPr>
              <a:spLocks noGrp="1"/>
            </p:cNvSpPr>
            <p:nvPr/>
          </p:nvSpPr>
          <p:spPr>
            <a:xfrm>
              <a:off x="33669" y="19725"/>
              <a:ext cx="10419" cy="750"/>
            </a:xfrm>
            <a:prstGeom prst="rect">
              <a:avLst/>
            </a:prstGeom>
            <a:noFill/>
            <a:ln>
              <a:noFill/>
            </a:ln>
          </p:spPr>
          <p:txBody>
            <a:bodyPr wrap="square" lIns="0" tIns="0" rIns="0" bIns="0" anchor="t">
              <a:noAutofit/>
            </a:bodyPr>
            <a:lstStyle>
              <a:defPPr algn="l">
                <a:defRPr sz="2625" b="0">
                  <a:solidFill>
                    <a:srgbClr val="172C43"/>
                  </a:solidFill>
                  <a:latin typeface="Arial" panose="020B0604020202090204"/>
                  <a:ea typeface="Arial" panose="020B0604020202090204"/>
                  <a:cs typeface="Arial" panose="020B0604020202090204"/>
                </a:defRPr>
              </a:defPPr>
              <a:lvl1pPr algn="l">
                <a:defRPr sz="2625" b="0">
                  <a:solidFill>
                    <a:srgbClr val="172C43"/>
                  </a:solidFill>
                  <a:latin typeface="Arial" panose="020B0604020202090204"/>
                  <a:ea typeface="Arial" panose="020B0604020202090204"/>
                  <a:cs typeface="Arial" panose="020B0604020202090204"/>
                </a:defRPr>
              </a:lvl1pPr>
              <a:lvl2pPr algn="l">
                <a:defRPr sz="2625" b="0">
                  <a:solidFill>
                    <a:srgbClr val="172C43"/>
                  </a:solidFill>
                  <a:latin typeface="Arial" panose="020B0604020202090204"/>
                  <a:ea typeface="Arial" panose="020B0604020202090204"/>
                  <a:cs typeface="Arial" panose="020B0604020202090204"/>
                </a:defRPr>
              </a:lvl2pPr>
              <a:lvl3pPr algn="l">
                <a:defRPr sz="2625" b="0">
                  <a:solidFill>
                    <a:srgbClr val="172C43"/>
                  </a:solidFill>
                  <a:latin typeface="Arial" panose="020B0604020202090204"/>
                  <a:ea typeface="Arial" panose="020B0604020202090204"/>
                  <a:cs typeface="Arial" panose="020B0604020202090204"/>
                </a:defRPr>
              </a:lvl3pPr>
              <a:lvl4pPr algn="l">
                <a:defRPr sz="2625" b="0">
                  <a:solidFill>
                    <a:srgbClr val="172C43"/>
                  </a:solidFill>
                  <a:latin typeface="Arial" panose="020B0604020202090204"/>
                  <a:ea typeface="Arial" panose="020B0604020202090204"/>
                  <a:cs typeface="Arial" panose="020B0604020202090204"/>
                </a:defRPr>
              </a:lvl4pPr>
              <a:lvl5pPr algn="l">
                <a:defRPr sz="2625" b="0">
                  <a:solidFill>
                    <a:srgbClr val="172C43"/>
                  </a:solidFill>
                  <a:latin typeface="Arial" panose="020B0604020202090204"/>
                  <a:ea typeface="Arial" panose="020B0604020202090204"/>
                  <a:cs typeface="Arial" panose="020B0604020202090204"/>
                </a:defRPr>
              </a:lvl5pPr>
              <a:lvl6pPr algn="l">
                <a:defRPr sz="2625" b="0">
                  <a:solidFill>
                    <a:srgbClr val="172C43"/>
                  </a:solidFill>
                  <a:latin typeface="Arial" panose="020B0604020202090204"/>
                  <a:ea typeface="Arial" panose="020B0604020202090204"/>
                  <a:cs typeface="Arial" panose="020B0604020202090204"/>
                </a:defRPr>
              </a:lvl6pPr>
              <a:lvl7pPr algn="l">
                <a:defRPr sz="2625" b="0">
                  <a:solidFill>
                    <a:srgbClr val="172C43"/>
                  </a:solidFill>
                  <a:latin typeface="Arial" panose="020B0604020202090204"/>
                  <a:ea typeface="Arial" panose="020B0604020202090204"/>
                  <a:cs typeface="Arial" panose="020B0604020202090204"/>
                </a:defRPr>
              </a:lvl7pPr>
              <a:lvl8pPr algn="l">
                <a:defRPr sz="2625" b="0">
                  <a:solidFill>
                    <a:srgbClr val="172C43"/>
                  </a:solidFill>
                  <a:latin typeface="Arial" panose="020B0604020202090204"/>
                  <a:ea typeface="Arial" panose="020B0604020202090204"/>
                  <a:cs typeface="Arial" panose="020B0604020202090204"/>
                </a:defRPr>
              </a:lvl8pPr>
              <a:lvl9pPr algn="l">
                <a:defRPr sz="2625" b="0">
                  <a:solidFill>
                    <a:srgbClr val="172C43"/>
                  </a:solidFill>
                  <a:latin typeface="Arial" panose="020B0604020202090204"/>
                  <a:ea typeface="Arial" panose="020B0604020202090204"/>
                  <a:cs typeface="Arial" panose="020B0604020202090204"/>
                </a:defRPr>
              </a:lvl9pPr>
            </a:lstStyle>
            <a:p>
              <a:pPr algn="l">
                <a:defRPr sz="2625" b="0">
                  <a:solidFill>
                    <a:srgbClr val="172C43"/>
                  </a:solidFill>
                  <a:latin typeface="Arial" panose="020B0604020202090204"/>
                  <a:ea typeface="Arial" panose="020B0604020202090204"/>
                  <a:cs typeface="Arial" panose="020B0604020202090204"/>
                </a:defRPr>
              </a:pPr>
              <a:r>
                <a:rPr sz="2625" b="0">
                  <a:solidFill>
                    <a:srgbClr val="172C43"/>
                  </a:solidFill>
                  <a:latin typeface="Times New Roman Regular" panose="02020503050405090304" charset="0"/>
                  <a:ea typeface="Arial" panose="020B0604020202090204"/>
                  <a:cs typeface="Times New Roman Regular" panose="02020503050405090304" charset="0"/>
                </a:rPr>
                <a:t>Additional risk coverage</a:t>
              </a:r>
              <a:endParaRPr sz="2625" b="0">
                <a:solidFill>
                  <a:srgbClr val="172C43"/>
                </a:solidFill>
                <a:latin typeface="Times New Roman Regular" panose="02020503050405090304" charset="0"/>
                <a:ea typeface="Arial" panose="020B0604020202090204"/>
                <a:cs typeface="Times New Roman Regular" panose="02020503050405090304" charset="0"/>
              </a:endParaRPr>
            </a:p>
          </p:txBody>
        </p:sp>
        <p:graphicFrame>
          <p:nvGraphicFramePr>
            <p:cNvPr id="61" name="Chart"/>
            <p:cNvGraphicFramePr/>
            <p:nvPr/>
          </p:nvGraphicFramePr>
          <p:xfrm>
            <a:off x="23319" y="21300"/>
            <a:ext cx="20769" cy="7050"/>
          </p:xfrm>
          <a:graphic>
            <a:graphicData uri="http://schemas.openxmlformats.org/drawingml/2006/chart">
              <c:chart xmlns:c="http://schemas.openxmlformats.org/drawingml/2006/chart" xmlns:r="http://schemas.openxmlformats.org/officeDocument/2006/relationships" r:id="rId1"/>
            </a:graphicData>
          </a:graphic>
        </p:graphicFrame>
        <p:sp>
          <p:nvSpPr>
            <p:cNvPr id="62" name="text-56"/>
            <p:cNvSpPr>
              <a:spLocks noGrp="1"/>
            </p:cNvSpPr>
            <p:nvPr/>
          </p:nvSpPr>
          <p:spPr>
            <a:xfrm>
              <a:off x="23319" y="28800"/>
              <a:ext cx="20769" cy="975"/>
            </a:xfrm>
            <a:prstGeom prst="rect">
              <a:avLst/>
            </a:prstGeom>
            <a:noFill/>
            <a:ln>
              <a:noFill/>
            </a:ln>
          </p:spPr>
          <p:txBody>
            <a:bodyPr wrap="square" lIns="0" tIns="0" rIns="0" bIns="0" anchor="t">
              <a:noAutofit/>
            </a:bodyPr>
            <a:lstStyle>
              <a:defPPr algn="l">
                <a:defRPr sz="3225" b="1">
                  <a:solidFill>
                    <a:srgbClr val="073A85"/>
                  </a:solidFill>
                  <a:latin typeface="Arial" panose="020B0604020202090204"/>
                  <a:ea typeface="Arial" panose="020B0604020202090204"/>
                  <a:cs typeface="Arial" panose="020B0604020202090204"/>
                </a:defRPr>
              </a:defPPr>
              <a:lvl1pPr algn="l">
                <a:defRPr sz="3225" b="1">
                  <a:solidFill>
                    <a:srgbClr val="073A85"/>
                  </a:solidFill>
                  <a:latin typeface="Arial" panose="020B0604020202090204"/>
                  <a:ea typeface="Arial" panose="020B0604020202090204"/>
                  <a:cs typeface="Arial" panose="020B0604020202090204"/>
                </a:defRPr>
              </a:lvl1pPr>
              <a:lvl2pPr algn="l">
                <a:defRPr sz="3225" b="1">
                  <a:solidFill>
                    <a:srgbClr val="073A85"/>
                  </a:solidFill>
                  <a:latin typeface="Arial" panose="020B0604020202090204"/>
                  <a:ea typeface="Arial" panose="020B0604020202090204"/>
                  <a:cs typeface="Arial" panose="020B0604020202090204"/>
                </a:defRPr>
              </a:lvl2pPr>
              <a:lvl3pPr algn="l">
                <a:defRPr sz="3225" b="1">
                  <a:solidFill>
                    <a:srgbClr val="073A85"/>
                  </a:solidFill>
                  <a:latin typeface="Arial" panose="020B0604020202090204"/>
                  <a:ea typeface="Arial" panose="020B0604020202090204"/>
                  <a:cs typeface="Arial" panose="020B0604020202090204"/>
                </a:defRPr>
              </a:lvl3pPr>
              <a:lvl4pPr algn="l">
                <a:defRPr sz="3225" b="1">
                  <a:solidFill>
                    <a:srgbClr val="073A85"/>
                  </a:solidFill>
                  <a:latin typeface="Arial" panose="020B0604020202090204"/>
                  <a:ea typeface="Arial" panose="020B0604020202090204"/>
                  <a:cs typeface="Arial" panose="020B0604020202090204"/>
                </a:defRPr>
              </a:lvl4pPr>
              <a:lvl5pPr algn="l">
                <a:defRPr sz="3225" b="1">
                  <a:solidFill>
                    <a:srgbClr val="073A85"/>
                  </a:solidFill>
                  <a:latin typeface="Arial" panose="020B0604020202090204"/>
                  <a:ea typeface="Arial" panose="020B0604020202090204"/>
                  <a:cs typeface="Arial" panose="020B0604020202090204"/>
                </a:defRPr>
              </a:lvl5pPr>
              <a:lvl6pPr algn="l">
                <a:defRPr sz="3225" b="1">
                  <a:solidFill>
                    <a:srgbClr val="073A85"/>
                  </a:solidFill>
                  <a:latin typeface="Arial" panose="020B0604020202090204"/>
                  <a:ea typeface="Arial" panose="020B0604020202090204"/>
                  <a:cs typeface="Arial" panose="020B0604020202090204"/>
                </a:defRPr>
              </a:lvl6pPr>
              <a:lvl7pPr algn="l">
                <a:defRPr sz="3225" b="1">
                  <a:solidFill>
                    <a:srgbClr val="073A85"/>
                  </a:solidFill>
                  <a:latin typeface="Arial" panose="020B0604020202090204"/>
                  <a:ea typeface="Arial" panose="020B0604020202090204"/>
                  <a:cs typeface="Arial" panose="020B0604020202090204"/>
                </a:defRPr>
              </a:lvl7pPr>
              <a:lvl8pPr algn="l">
                <a:defRPr sz="3225" b="1">
                  <a:solidFill>
                    <a:srgbClr val="073A85"/>
                  </a:solidFill>
                  <a:latin typeface="Arial" panose="020B0604020202090204"/>
                  <a:ea typeface="Arial" panose="020B0604020202090204"/>
                  <a:cs typeface="Arial" panose="020B0604020202090204"/>
                </a:defRPr>
              </a:lvl8pPr>
              <a:lvl9pPr algn="l">
                <a:defRPr sz="3225" b="1">
                  <a:solidFill>
                    <a:srgbClr val="073A85"/>
                  </a:solidFill>
                  <a:latin typeface="Arial" panose="020B0604020202090204"/>
                  <a:ea typeface="Arial" panose="020B0604020202090204"/>
                  <a:cs typeface="Arial" panose="020B0604020202090204"/>
                </a:defRPr>
              </a:lvl9pPr>
            </a:lstStyle>
            <a:p>
              <a:pPr algn="l">
                <a:defRPr sz="3225" b="1">
                  <a:solidFill>
                    <a:srgbClr val="073A85"/>
                  </a:solidFill>
                  <a:latin typeface="Arial" panose="020B0604020202090204"/>
                  <a:ea typeface="Arial" panose="020B0604020202090204"/>
                  <a:cs typeface="Arial" panose="020B0604020202090204"/>
                </a:defRPr>
              </a:pPr>
              <a:r>
                <a:rPr sz="3225">
                  <a:solidFill>
                    <a:srgbClr val="073A85"/>
                  </a:solidFill>
                  <a:latin typeface="Times New Roman" panose="02020503050405090304" charset="0"/>
                  <a:ea typeface="Arial" panose="020B0604020202090204"/>
                  <a:cs typeface="Times New Roman" panose="02020503050405090304" charset="0"/>
                </a:rPr>
                <a:t>43.8% of batches strictly improve.  λ* ≈ 0.733</a:t>
              </a:r>
              <a:endParaRPr sz="3225">
                <a:solidFill>
                  <a:srgbClr val="073A85"/>
                </a:solidFill>
                <a:latin typeface="Times New Roman" panose="02020503050405090304" charset="0"/>
                <a:ea typeface="Arial" panose="020B0604020202090204"/>
                <a:cs typeface="Times New Roman" panose="02020503050405090304" charset="0"/>
              </a:endParaRPr>
            </a:p>
          </p:txBody>
        </p:sp>
        <p:sp>
          <p:nvSpPr>
            <p:cNvPr id="63" name="text-57"/>
            <p:cNvSpPr>
              <a:spLocks noGrp="1"/>
            </p:cNvSpPr>
            <p:nvPr/>
          </p:nvSpPr>
          <p:spPr>
            <a:xfrm>
              <a:off x="23319" y="29925"/>
              <a:ext cx="20769" cy="1425"/>
            </a:xfrm>
            <a:prstGeom prst="rect">
              <a:avLst/>
            </a:prstGeom>
            <a:noFill/>
            <a:ln>
              <a:noFill/>
            </a:ln>
          </p:spPr>
          <p:txBody>
            <a:bodyPr wrap="square" lIns="0" tIns="0" rIns="0" bIns="0" anchor="t">
              <a:noAutofit/>
            </a:bodyPr>
            <a:lstStyle>
              <a:defPPr algn="l">
                <a:defRPr sz="2625" b="0">
                  <a:solidFill>
                    <a:srgbClr val="172C43"/>
                  </a:solidFill>
                  <a:latin typeface="Arial" panose="020B0604020202090204"/>
                  <a:ea typeface="Arial" panose="020B0604020202090204"/>
                  <a:cs typeface="Arial" panose="020B0604020202090204"/>
                </a:defRPr>
              </a:defPPr>
              <a:lvl1pPr algn="l">
                <a:defRPr sz="2625" b="0">
                  <a:solidFill>
                    <a:srgbClr val="172C43"/>
                  </a:solidFill>
                  <a:latin typeface="Arial" panose="020B0604020202090204"/>
                  <a:ea typeface="Arial" panose="020B0604020202090204"/>
                  <a:cs typeface="Arial" panose="020B0604020202090204"/>
                </a:defRPr>
              </a:lvl1pPr>
              <a:lvl2pPr algn="l">
                <a:defRPr sz="2625" b="0">
                  <a:solidFill>
                    <a:srgbClr val="172C43"/>
                  </a:solidFill>
                  <a:latin typeface="Arial" panose="020B0604020202090204"/>
                  <a:ea typeface="Arial" panose="020B0604020202090204"/>
                  <a:cs typeface="Arial" panose="020B0604020202090204"/>
                </a:defRPr>
              </a:lvl2pPr>
              <a:lvl3pPr algn="l">
                <a:defRPr sz="2625" b="0">
                  <a:solidFill>
                    <a:srgbClr val="172C43"/>
                  </a:solidFill>
                  <a:latin typeface="Arial" panose="020B0604020202090204"/>
                  <a:ea typeface="Arial" panose="020B0604020202090204"/>
                  <a:cs typeface="Arial" panose="020B0604020202090204"/>
                </a:defRPr>
              </a:lvl3pPr>
              <a:lvl4pPr algn="l">
                <a:defRPr sz="2625" b="0">
                  <a:solidFill>
                    <a:srgbClr val="172C43"/>
                  </a:solidFill>
                  <a:latin typeface="Arial" panose="020B0604020202090204"/>
                  <a:ea typeface="Arial" panose="020B0604020202090204"/>
                  <a:cs typeface="Arial" panose="020B0604020202090204"/>
                </a:defRPr>
              </a:lvl4pPr>
              <a:lvl5pPr algn="l">
                <a:defRPr sz="2625" b="0">
                  <a:solidFill>
                    <a:srgbClr val="172C43"/>
                  </a:solidFill>
                  <a:latin typeface="Arial" panose="020B0604020202090204"/>
                  <a:ea typeface="Arial" panose="020B0604020202090204"/>
                  <a:cs typeface="Arial" panose="020B0604020202090204"/>
                </a:defRPr>
              </a:lvl5pPr>
              <a:lvl6pPr algn="l">
                <a:defRPr sz="2625" b="0">
                  <a:solidFill>
                    <a:srgbClr val="172C43"/>
                  </a:solidFill>
                  <a:latin typeface="Arial" panose="020B0604020202090204"/>
                  <a:ea typeface="Arial" panose="020B0604020202090204"/>
                  <a:cs typeface="Arial" panose="020B0604020202090204"/>
                </a:defRPr>
              </a:lvl6pPr>
              <a:lvl7pPr algn="l">
                <a:defRPr sz="2625" b="0">
                  <a:solidFill>
                    <a:srgbClr val="172C43"/>
                  </a:solidFill>
                  <a:latin typeface="Arial" panose="020B0604020202090204"/>
                  <a:ea typeface="Arial" panose="020B0604020202090204"/>
                  <a:cs typeface="Arial" panose="020B0604020202090204"/>
                </a:defRPr>
              </a:lvl7pPr>
              <a:lvl8pPr algn="l">
                <a:defRPr sz="2625" b="0">
                  <a:solidFill>
                    <a:srgbClr val="172C43"/>
                  </a:solidFill>
                  <a:latin typeface="Arial" panose="020B0604020202090204"/>
                  <a:ea typeface="Arial" panose="020B0604020202090204"/>
                  <a:cs typeface="Arial" panose="020B0604020202090204"/>
                </a:defRPr>
              </a:lvl8pPr>
              <a:lvl9pPr algn="l">
                <a:defRPr sz="2625" b="0">
                  <a:solidFill>
                    <a:srgbClr val="172C43"/>
                  </a:solidFill>
                  <a:latin typeface="Arial" panose="020B0604020202090204"/>
                  <a:ea typeface="Arial" panose="020B0604020202090204"/>
                  <a:cs typeface="Arial" panose="020B0604020202090204"/>
                </a:defRPr>
              </a:lvl9pPr>
            </a:lstStyle>
            <a:p>
              <a:pPr algn="l">
                <a:defRPr sz="2625" b="0">
                  <a:solidFill>
                    <a:srgbClr val="172C43"/>
                  </a:solidFill>
                  <a:latin typeface="Arial" panose="020B0604020202090204"/>
                  <a:ea typeface="Arial" panose="020B0604020202090204"/>
                  <a:cs typeface="Arial" panose="020B0604020202090204"/>
                </a:defRPr>
              </a:pPr>
              <a:r>
                <a:rPr sz="2625" b="0">
                  <a:solidFill>
                    <a:srgbClr val="172C43"/>
                  </a:solidFill>
                  <a:latin typeface="Times New Roman Regular" panose="02020503050405090304" charset="0"/>
                  <a:ea typeface="Arial" panose="020B0604020202090204"/>
                  <a:cs typeface="Times New Roman Regular" panose="02020503050405090304" charset="0"/>
                </a:rPr>
                <a:t>λ* is the ratio of mean loss to mean coverage gain.</a:t>
              </a:r>
              <a:endParaRPr sz="2625" b="0">
                <a:solidFill>
                  <a:srgbClr val="172C43"/>
                </a:solidFill>
                <a:latin typeface="Times New Roman Regular" panose="02020503050405090304" charset="0"/>
                <a:ea typeface="Arial" panose="020B0604020202090204"/>
                <a:cs typeface="Times New Roman Regular" panose="02020503050405090304" charset="0"/>
              </a:endParaRPr>
            </a:p>
            <a:p>
              <a:pPr algn="l">
                <a:defRPr sz="2625" b="0">
                  <a:solidFill>
                    <a:srgbClr val="172C43"/>
                  </a:solidFill>
                  <a:latin typeface="Arial" panose="020B0604020202090204"/>
                  <a:ea typeface="Arial" panose="020B0604020202090204"/>
                  <a:cs typeface="Arial" panose="020B0604020202090204"/>
                </a:defRPr>
              </a:pPr>
              <a:r>
                <a:rPr sz="2625" b="0">
                  <a:solidFill>
                    <a:srgbClr val="172C43"/>
                  </a:solidFill>
                  <a:latin typeface="Times New Roman Regular" panose="02020503050405090304" charset="0"/>
                  <a:ea typeface="Arial" panose="020B0604020202090204"/>
                  <a:cs typeface="Times New Roman Regular" panose="02020503050405090304" charset="0"/>
                </a:rPr>
                <a:t>It is model-implied, not an estimated firm preference.</a:t>
              </a:r>
              <a:endParaRPr sz="26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64" name="text-58"/>
            <p:cNvSpPr>
              <a:spLocks noGrp="1"/>
            </p:cNvSpPr>
            <p:nvPr/>
          </p:nvSpPr>
          <p:spPr>
            <a:xfrm>
              <a:off x="23319" y="31800"/>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a:solidFill>
                    <a:srgbClr val="073A85"/>
                  </a:solidFill>
                  <a:latin typeface="Times New Roman" panose="02020503050405090304" charset="0"/>
                  <a:ea typeface="Arial" panose="020B0604020202090204"/>
                  <a:cs typeface="Times New Roman" panose="02020503050405090304" charset="0"/>
                </a:rPr>
                <a:t>Two completed sensitivity checks</a:t>
              </a:r>
              <a:endParaRPr sz="3150">
                <a:solidFill>
                  <a:srgbClr val="073A85"/>
                </a:solidFill>
                <a:latin typeface="Times New Roman" panose="02020503050405090304" charset="0"/>
                <a:ea typeface="Arial" panose="020B0604020202090204"/>
                <a:cs typeface="Times New Roman" panose="02020503050405090304" charset="0"/>
              </a:endParaRPr>
            </a:p>
          </p:txBody>
        </p:sp>
        <p:sp>
          <p:nvSpPr>
            <p:cNvPr id="65" name="text-59"/>
            <p:cNvSpPr>
              <a:spLocks noGrp="1"/>
            </p:cNvSpPr>
            <p:nvPr/>
          </p:nvSpPr>
          <p:spPr>
            <a:xfrm>
              <a:off x="23319" y="32850"/>
              <a:ext cx="20769" cy="825"/>
            </a:xfrm>
            <a:prstGeom prst="rect">
              <a:avLst/>
            </a:prstGeom>
            <a:noFill/>
            <a:ln>
              <a:noFill/>
            </a:ln>
          </p:spPr>
          <p:txBody>
            <a:bodyPr wrap="square" lIns="0" tIns="0" rIns="0" bIns="0" anchor="t">
              <a:noAutofit/>
            </a:bodyPr>
            <a:lstStyle>
              <a:defPPr algn="l">
                <a:defRPr sz="2625" b="1">
                  <a:solidFill>
                    <a:srgbClr val="087F82"/>
                  </a:solidFill>
                  <a:latin typeface="Arial" panose="020B0604020202090204"/>
                  <a:ea typeface="Arial" panose="020B0604020202090204"/>
                  <a:cs typeface="Arial" panose="020B0604020202090204"/>
                </a:defRPr>
              </a:defPPr>
              <a:lvl1pPr algn="l">
                <a:defRPr sz="2625" b="1">
                  <a:solidFill>
                    <a:srgbClr val="087F82"/>
                  </a:solidFill>
                  <a:latin typeface="Arial" panose="020B0604020202090204"/>
                  <a:ea typeface="Arial" panose="020B0604020202090204"/>
                  <a:cs typeface="Arial" panose="020B0604020202090204"/>
                </a:defRPr>
              </a:lvl1pPr>
              <a:lvl2pPr algn="l">
                <a:defRPr sz="2625" b="1">
                  <a:solidFill>
                    <a:srgbClr val="087F82"/>
                  </a:solidFill>
                  <a:latin typeface="Arial" panose="020B0604020202090204"/>
                  <a:ea typeface="Arial" panose="020B0604020202090204"/>
                  <a:cs typeface="Arial" panose="020B0604020202090204"/>
                </a:defRPr>
              </a:lvl2pPr>
              <a:lvl3pPr algn="l">
                <a:defRPr sz="2625" b="1">
                  <a:solidFill>
                    <a:srgbClr val="087F82"/>
                  </a:solidFill>
                  <a:latin typeface="Arial" panose="020B0604020202090204"/>
                  <a:ea typeface="Arial" panose="020B0604020202090204"/>
                  <a:cs typeface="Arial" panose="020B0604020202090204"/>
                </a:defRPr>
              </a:lvl3pPr>
              <a:lvl4pPr algn="l">
                <a:defRPr sz="2625" b="1">
                  <a:solidFill>
                    <a:srgbClr val="087F82"/>
                  </a:solidFill>
                  <a:latin typeface="Arial" panose="020B0604020202090204"/>
                  <a:ea typeface="Arial" panose="020B0604020202090204"/>
                  <a:cs typeface="Arial" panose="020B0604020202090204"/>
                </a:defRPr>
              </a:lvl4pPr>
              <a:lvl5pPr algn="l">
                <a:defRPr sz="2625" b="1">
                  <a:solidFill>
                    <a:srgbClr val="087F82"/>
                  </a:solidFill>
                  <a:latin typeface="Arial" panose="020B0604020202090204"/>
                  <a:ea typeface="Arial" panose="020B0604020202090204"/>
                  <a:cs typeface="Arial" panose="020B0604020202090204"/>
                </a:defRPr>
              </a:lvl5pPr>
              <a:lvl6pPr algn="l">
                <a:defRPr sz="2625" b="1">
                  <a:solidFill>
                    <a:srgbClr val="087F82"/>
                  </a:solidFill>
                  <a:latin typeface="Arial" panose="020B0604020202090204"/>
                  <a:ea typeface="Arial" panose="020B0604020202090204"/>
                  <a:cs typeface="Arial" panose="020B0604020202090204"/>
                </a:defRPr>
              </a:lvl6pPr>
              <a:lvl7pPr algn="l">
                <a:defRPr sz="2625" b="1">
                  <a:solidFill>
                    <a:srgbClr val="087F82"/>
                  </a:solidFill>
                  <a:latin typeface="Arial" panose="020B0604020202090204"/>
                  <a:ea typeface="Arial" panose="020B0604020202090204"/>
                  <a:cs typeface="Arial" panose="020B0604020202090204"/>
                </a:defRPr>
              </a:lvl7pPr>
              <a:lvl8pPr algn="l">
                <a:defRPr sz="2625" b="1">
                  <a:solidFill>
                    <a:srgbClr val="087F82"/>
                  </a:solidFill>
                  <a:latin typeface="Arial" panose="020B0604020202090204"/>
                  <a:ea typeface="Arial" panose="020B0604020202090204"/>
                  <a:cs typeface="Arial" panose="020B0604020202090204"/>
                </a:defRPr>
              </a:lvl8pPr>
              <a:lvl9pPr algn="l">
                <a:defRPr sz="2625" b="1">
                  <a:solidFill>
                    <a:srgbClr val="087F82"/>
                  </a:solidFill>
                  <a:latin typeface="Arial" panose="020B0604020202090204"/>
                  <a:ea typeface="Arial" panose="020B0604020202090204"/>
                  <a:cs typeface="Arial" panose="020B0604020202090204"/>
                </a:defRPr>
              </a:lvl9pPr>
            </a:lstStyle>
            <a:p>
              <a:pPr algn="l">
                <a:defRPr sz="2625" b="1">
                  <a:solidFill>
                    <a:srgbClr val="087F82"/>
                  </a:solidFill>
                  <a:latin typeface="Arial" panose="020B0604020202090204"/>
                  <a:ea typeface="Arial" panose="020B0604020202090204"/>
                  <a:cs typeface="Arial" panose="020B0604020202090204"/>
                </a:defRPr>
              </a:pPr>
              <a:r>
                <a:rPr sz="2625" b="1">
                  <a:solidFill>
                    <a:srgbClr val="087F82"/>
                  </a:solidFill>
                  <a:latin typeface="Times New Roman Regular" panose="02020503050405090304" charset="0"/>
                  <a:ea typeface="Arial" panose="020B0604020202090204"/>
                  <a:cs typeface="Times New Roman Regular" panose="02020503050405090304" charset="0"/>
                </a:rPr>
                <a:t>1  BID SHADING: PM11, SAME REQUEST BATCH</a:t>
              </a:r>
              <a:endParaRPr sz="2625"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66" name="text-60"/>
            <p:cNvSpPr>
              <a:spLocks noGrp="1"/>
            </p:cNvSpPr>
            <p:nvPr/>
          </p:nvSpPr>
          <p:spPr>
            <a:xfrm>
              <a:off x="23319" y="33750"/>
              <a:ext cx="20769" cy="1500"/>
            </a:xfrm>
            <a:prstGeom prst="rect">
              <a:avLst/>
            </a:prstGeom>
            <a:noFill/>
            <a:ln>
              <a:noFill/>
            </a:ln>
          </p:spPr>
          <p:txBody>
            <a:bodyPr wrap="square" lIns="0" tIns="0" rIns="0" bIns="0" anchor="t">
              <a:noAutofit/>
            </a:bodyPr>
            <a:lstStyle>
              <a:defPPr algn="l">
                <a:defRPr sz="3150" b="1">
                  <a:solidFill>
                    <a:srgbClr val="172C43"/>
                  </a:solidFill>
                  <a:latin typeface="Arial" panose="020B0604020202090204"/>
                  <a:ea typeface="Arial" panose="020B0604020202090204"/>
                  <a:cs typeface="Arial" panose="020B0604020202090204"/>
                </a:defRPr>
              </a:defPPr>
              <a:lvl1pPr algn="l">
                <a:defRPr sz="3150" b="1">
                  <a:solidFill>
                    <a:srgbClr val="172C43"/>
                  </a:solidFill>
                  <a:latin typeface="Arial" panose="020B0604020202090204"/>
                  <a:ea typeface="Arial" panose="020B0604020202090204"/>
                  <a:cs typeface="Arial" panose="020B0604020202090204"/>
                </a:defRPr>
              </a:lvl1pPr>
              <a:lvl2pPr algn="l">
                <a:defRPr sz="3150" b="1">
                  <a:solidFill>
                    <a:srgbClr val="172C43"/>
                  </a:solidFill>
                  <a:latin typeface="Arial" panose="020B0604020202090204"/>
                  <a:ea typeface="Arial" panose="020B0604020202090204"/>
                  <a:cs typeface="Arial" panose="020B0604020202090204"/>
                </a:defRPr>
              </a:lvl2pPr>
              <a:lvl3pPr algn="l">
                <a:defRPr sz="3150" b="1">
                  <a:solidFill>
                    <a:srgbClr val="172C43"/>
                  </a:solidFill>
                  <a:latin typeface="Arial" panose="020B0604020202090204"/>
                  <a:ea typeface="Arial" panose="020B0604020202090204"/>
                  <a:cs typeface="Arial" panose="020B0604020202090204"/>
                </a:defRPr>
              </a:lvl3pPr>
              <a:lvl4pPr algn="l">
                <a:defRPr sz="3150" b="1">
                  <a:solidFill>
                    <a:srgbClr val="172C43"/>
                  </a:solidFill>
                  <a:latin typeface="Arial" panose="020B0604020202090204"/>
                  <a:ea typeface="Arial" panose="020B0604020202090204"/>
                  <a:cs typeface="Arial" panose="020B0604020202090204"/>
                </a:defRPr>
              </a:lvl4pPr>
              <a:lvl5pPr algn="l">
                <a:defRPr sz="3150" b="1">
                  <a:solidFill>
                    <a:srgbClr val="172C43"/>
                  </a:solidFill>
                  <a:latin typeface="Arial" panose="020B0604020202090204"/>
                  <a:ea typeface="Arial" panose="020B0604020202090204"/>
                  <a:cs typeface="Arial" panose="020B0604020202090204"/>
                </a:defRPr>
              </a:lvl5pPr>
              <a:lvl6pPr algn="l">
                <a:defRPr sz="3150" b="1">
                  <a:solidFill>
                    <a:srgbClr val="172C43"/>
                  </a:solidFill>
                  <a:latin typeface="Arial" panose="020B0604020202090204"/>
                  <a:ea typeface="Arial" panose="020B0604020202090204"/>
                  <a:cs typeface="Arial" panose="020B0604020202090204"/>
                </a:defRPr>
              </a:lvl6pPr>
              <a:lvl7pPr algn="l">
                <a:defRPr sz="3150" b="1">
                  <a:solidFill>
                    <a:srgbClr val="172C43"/>
                  </a:solidFill>
                  <a:latin typeface="Arial" panose="020B0604020202090204"/>
                  <a:ea typeface="Arial" panose="020B0604020202090204"/>
                  <a:cs typeface="Arial" panose="020B0604020202090204"/>
                </a:defRPr>
              </a:lvl7pPr>
              <a:lvl8pPr algn="l">
                <a:defRPr sz="3150" b="1">
                  <a:solidFill>
                    <a:srgbClr val="172C43"/>
                  </a:solidFill>
                  <a:latin typeface="Arial" panose="020B0604020202090204"/>
                  <a:ea typeface="Arial" panose="020B0604020202090204"/>
                  <a:cs typeface="Arial" panose="020B0604020202090204"/>
                </a:defRPr>
              </a:lvl8pPr>
              <a:lvl9pPr algn="l">
                <a:defRPr sz="3150" b="1">
                  <a:solidFill>
                    <a:srgbClr val="172C43"/>
                  </a:solidFill>
                  <a:latin typeface="Arial" panose="020B0604020202090204"/>
                  <a:ea typeface="Arial" panose="020B0604020202090204"/>
                  <a:cs typeface="Arial" panose="020B0604020202090204"/>
                </a:defRPr>
              </a:lvl9pPr>
            </a:lstStyle>
            <a:p>
              <a:pPr algn="l">
                <a:defRPr sz="3150" b="1">
                  <a:solidFill>
                    <a:srgbClr val="172C43"/>
                  </a:solidFill>
                  <a:latin typeface="Arial" panose="020B0604020202090204"/>
                  <a:ea typeface="Arial" panose="020B0604020202090204"/>
                  <a:cs typeface="Arial" panose="020B0604020202090204"/>
                </a:defRPr>
              </a:pPr>
              <a:r>
                <a:rPr sz="3150">
                  <a:solidFill>
                    <a:srgbClr val="172C43"/>
                  </a:solidFill>
                  <a:latin typeface="Times New Roman" panose="02020503050405090304" charset="0"/>
                  <a:ea typeface="Arial" panose="020B0604020202090204"/>
                  <a:cs typeface="Times New Roman" panose="02020503050405090304" charset="0"/>
                </a:rPr>
                <a:t>0.8v → 0.9v changes the Hybrid allocation.</a:t>
              </a:r>
              <a:endParaRPr sz="3150">
                <a:solidFill>
                  <a:srgbClr val="172C43"/>
                </a:solidFill>
                <a:latin typeface="Times New Roman" panose="02020503050405090304" charset="0"/>
                <a:ea typeface="Arial" panose="020B0604020202090204"/>
                <a:cs typeface="Times New Roman" panose="02020503050405090304" charset="0"/>
              </a:endParaRPr>
            </a:p>
            <a:p>
              <a:pPr algn="l">
                <a:defRPr sz="3150" b="1">
                  <a:solidFill>
                    <a:srgbClr val="172C43"/>
                  </a:solidFill>
                  <a:latin typeface="Arial" panose="020B0604020202090204"/>
                  <a:ea typeface="Arial" panose="020B0604020202090204"/>
                  <a:cs typeface="Arial" panose="020B0604020202090204"/>
                </a:defRPr>
              </a:pPr>
              <a:r>
                <a:rPr sz="3150">
                  <a:solidFill>
                    <a:srgbClr val="172C43"/>
                  </a:solidFill>
                  <a:latin typeface="Times New Roman" panose="02020503050405090304" charset="0"/>
                  <a:ea typeface="Arial" panose="020B0604020202090204"/>
                  <a:cs typeface="Times New Roman" panose="02020503050405090304" charset="0"/>
                </a:rPr>
                <a:t>ΔW: −15.85 → +4.50</a:t>
              </a:r>
              <a:endParaRPr sz="3150">
                <a:solidFill>
                  <a:srgbClr val="172C43"/>
                </a:solidFill>
                <a:latin typeface="Times New Roman" panose="02020503050405090304" charset="0"/>
                <a:ea typeface="Arial" panose="020B0604020202090204"/>
                <a:cs typeface="Times New Roman" panose="02020503050405090304" charset="0"/>
              </a:endParaRPr>
            </a:p>
          </p:txBody>
        </p:sp>
        <p:sp>
          <p:nvSpPr>
            <p:cNvPr id="67" name="text-61"/>
            <p:cNvSpPr>
              <a:spLocks noGrp="1"/>
            </p:cNvSpPr>
            <p:nvPr/>
          </p:nvSpPr>
          <p:spPr>
            <a:xfrm>
              <a:off x="23319" y="35250"/>
              <a:ext cx="20769" cy="975"/>
            </a:xfrm>
            <a:prstGeom prst="rect">
              <a:avLst/>
            </a:prstGeom>
            <a:noFill/>
            <a:ln>
              <a:noFill/>
            </a:ln>
          </p:spPr>
          <p:txBody>
            <a:bodyPr wrap="square" lIns="0" tIns="0" rIns="0" bIns="0" anchor="t">
              <a:noAutofit/>
            </a:bodyPr>
            <a:lstStyle>
              <a:defPPr algn="l">
                <a:defRPr sz="2475" b="0">
                  <a:solidFill>
                    <a:srgbClr val="172C43"/>
                  </a:solidFill>
                  <a:latin typeface="Arial" panose="020B0604020202090204"/>
                  <a:ea typeface="Arial" panose="020B0604020202090204"/>
                  <a:cs typeface="Arial" panose="020B0604020202090204"/>
                </a:defRPr>
              </a:defPPr>
              <a:lvl1pPr algn="l">
                <a:defRPr sz="2475" b="0">
                  <a:solidFill>
                    <a:srgbClr val="172C43"/>
                  </a:solidFill>
                  <a:latin typeface="Arial" panose="020B0604020202090204"/>
                  <a:ea typeface="Arial" panose="020B0604020202090204"/>
                  <a:cs typeface="Arial" panose="020B0604020202090204"/>
                </a:defRPr>
              </a:lvl1pPr>
              <a:lvl2pPr algn="l">
                <a:defRPr sz="2475" b="0">
                  <a:solidFill>
                    <a:srgbClr val="172C43"/>
                  </a:solidFill>
                  <a:latin typeface="Arial" panose="020B0604020202090204"/>
                  <a:ea typeface="Arial" panose="020B0604020202090204"/>
                  <a:cs typeface="Arial" panose="020B0604020202090204"/>
                </a:defRPr>
              </a:lvl2pPr>
              <a:lvl3pPr algn="l">
                <a:defRPr sz="2475" b="0">
                  <a:solidFill>
                    <a:srgbClr val="172C43"/>
                  </a:solidFill>
                  <a:latin typeface="Arial" panose="020B0604020202090204"/>
                  <a:ea typeface="Arial" panose="020B0604020202090204"/>
                  <a:cs typeface="Arial" panose="020B0604020202090204"/>
                </a:defRPr>
              </a:lvl3pPr>
              <a:lvl4pPr algn="l">
                <a:defRPr sz="2475" b="0">
                  <a:solidFill>
                    <a:srgbClr val="172C43"/>
                  </a:solidFill>
                  <a:latin typeface="Arial" panose="020B0604020202090204"/>
                  <a:ea typeface="Arial" panose="020B0604020202090204"/>
                  <a:cs typeface="Arial" panose="020B0604020202090204"/>
                </a:defRPr>
              </a:lvl4pPr>
              <a:lvl5pPr algn="l">
                <a:defRPr sz="2475" b="0">
                  <a:solidFill>
                    <a:srgbClr val="172C43"/>
                  </a:solidFill>
                  <a:latin typeface="Arial" panose="020B0604020202090204"/>
                  <a:ea typeface="Arial" panose="020B0604020202090204"/>
                  <a:cs typeface="Arial" panose="020B0604020202090204"/>
                </a:defRPr>
              </a:lvl5pPr>
              <a:lvl6pPr algn="l">
                <a:defRPr sz="2475" b="0">
                  <a:solidFill>
                    <a:srgbClr val="172C43"/>
                  </a:solidFill>
                  <a:latin typeface="Arial" panose="020B0604020202090204"/>
                  <a:ea typeface="Arial" panose="020B0604020202090204"/>
                  <a:cs typeface="Arial" panose="020B0604020202090204"/>
                </a:defRPr>
              </a:lvl6pPr>
              <a:lvl7pPr algn="l">
                <a:defRPr sz="2475" b="0">
                  <a:solidFill>
                    <a:srgbClr val="172C43"/>
                  </a:solidFill>
                  <a:latin typeface="Arial" panose="020B0604020202090204"/>
                  <a:ea typeface="Arial" panose="020B0604020202090204"/>
                  <a:cs typeface="Arial" panose="020B0604020202090204"/>
                </a:defRPr>
              </a:lvl7pPr>
              <a:lvl8pPr algn="l">
                <a:defRPr sz="2475" b="0">
                  <a:solidFill>
                    <a:srgbClr val="172C43"/>
                  </a:solidFill>
                  <a:latin typeface="Arial" panose="020B0604020202090204"/>
                  <a:ea typeface="Arial" panose="020B0604020202090204"/>
                  <a:cs typeface="Arial" panose="020B0604020202090204"/>
                </a:defRPr>
              </a:lvl8pPr>
              <a:lvl9pPr algn="l">
                <a:defRPr sz="2475" b="0">
                  <a:solidFill>
                    <a:srgbClr val="172C43"/>
                  </a:solidFill>
                  <a:latin typeface="Arial" panose="020B0604020202090204"/>
                  <a:ea typeface="Arial" panose="020B0604020202090204"/>
                  <a:cs typeface="Arial" panose="020B0604020202090204"/>
                </a:defRPr>
              </a:lvl9pPr>
            </a:lstStyle>
            <a:p>
              <a:pPr algn="l">
                <a:defRPr sz="2475" b="0">
                  <a:solidFill>
                    <a:srgbClr val="172C43"/>
                  </a:solidFill>
                  <a:latin typeface="Arial" panose="020B0604020202090204"/>
                  <a:ea typeface="Arial" panose="020B0604020202090204"/>
                  <a:cs typeface="Arial" panose="020B0604020202090204"/>
                </a:defRPr>
              </a:pPr>
              <a:r>
                <a:rPr sz="2800" b="0">
                  <a:solidFill>
                    <a:srgbClr val="172C43"/>
                  </a:solidFill>
                  <a:latin typeface="Times New Roman Regular" panose="02020503050405090304" charset="0"/>
                  <a:ea typeface="Arial" panose="020B0604020202090204"/>
                  <a:cs typeface="Times New Roman Regular" panose="02020503050405090304" charset="0"/>
                </a:rPr>
                <a:t>Sensitivity near an allocation </a:t>
              </a:r>
              <a:r>
                <a:rPr sz="2800" b="0">
                  <a:solidFill>
                    <a:srgbClr val="172C43"/>
                  </a:solidFill>
                  <a:latin typeface="Times New Roman Regular" panose="02020503050405090304" charset="0"/>
                  <a:ea typeface="Arial" panose="020B0604020202090204"/>
                  <a:cs typeface="Times New Roman Regular" panose="02020503050405090304" charset="0"/>
                </a:rPr>
                <a:t>margin; not equilibrium evidence.</a:t>
              </a:r>
              <a:endParaRPr sz="28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68" name="text-62"/>
            <p:cNvSpPr>
              <a:spLocks noGrp="1"/>
            </p:cNvSpPr>
            <p:nvPr/>
          </p:nvSpPr>
          <p:spPr>
            <a:xfrm>
              <a:off x="23319" y="36450"/>
              <a:ext cx="20769" cy="825"/>
            </a:xfrm>
            <a:prstGeom prst="rect">
              <a:avLst/>
            </a:prstGeom>
            <a:noFill/>
            <a:ln>
              <a:noFill/>
            </a:ln>
          </p:spPr>
          <p:txBody>
            <a:bodyPr wrap="square" lIns="0" tIns="0" rIns="0" bIns="0" anchor="t">
              <a:noAutofit/>
            </a:bodyPr>
            <a:lstStyle>
              <a:defPPr algn="l">
                <a:defRPr sz="2625" b="1">
                  <a:solidFill>
                    <a:srgbClr val="087F82"/>
                  </a:solidFill>
                  <a:latin typeface="Arial" panose="020B0604020202090204"/>
                  <a:ea typeface="Arial" panose="020B0604020202090204"/>
                  <a:cs typeface="Arial" panose="020B0604020202090204"/>
                </a:defRPr>
              </a:defPPr>
              <a:lvl1pPr algn="l">
                <a:defRPr sz="2625" b="1">
                  <a:solidFill>
                    <a:srgbClr val="087F82"/>
                  </a:solidFill>
                  <a:latin typeface="Arial" panose="020B0604020202090204"/>
                  <a:ea typeface="Arial" panose="020B0604020202090204"/>
                  <a:cs typeface="Arial" panose="020B0604020202090204"/>
                </a:defRPr>
              </a:lvl1pPr>
              <a:lvl2pPr algn="l">
                <a:defRPr sz="2625" b="1">
                  <a:solidFill>
                    <a:srgbClr val="087F82"/>
                  </a:solidFill>
                  <a:latin typeface="Arial" panose="020B0604020202090204"/>
                  <a:ea typeface="Arial" panose="020B0604020202090204"/>
                  <a:cs typeface="Arial" panose="020B0604020202090204"/>
                </a:defRPr>
              </a:lvl2pPr>
              <a:lvl3pPr algn="l">
                <a:defRPr sz="2625" b="1">
                  <a:solidFill>
                    <a:srgbClr val="087F82"/>
                  </a:solidFill>
                  <a:latin typeface="Arial" panose="020B0604020202090204"/>
                  <a:ea typeface="Arial" panose="020B0604020202090204"/>
                  <a:cs typeface="Arial" panose="020B0604020202090204"/>
                </a:defRPr>
              </a:lvl3pPr>
              <a:lvl4pPr algn="l">
                <a:defRPr sz="2625" b="1">
                  <a:solidFill>
                    <a:srgbClr val="087F82"/>
                  </a:solidFill>
                  <a:latin typeface="Arial" panose="020B0604020202090204"/>
                  <a:ea typeface="Arial" panose="020B0604020202090204"/>
                  <a:cs typeface="Arial" panose="020B0604020202090204"/>
                </a:defRPr>
              </a:lvl4pPr>
              <a:lvl5pPr algn="l">
                <a:defRPr sz="2625" b="1">
                  <a:solidFill>
                    <a:srgbClr val="087F82"/>
                  </a:solidFill>
                  <a:latin typeface="Arial" panose="020B0604020202090204"/>
                  <a:ea typeface="Arial" panose="020B0604020202090204"/>
                  <a:cs typeface="Arial" panose="020B0604020202090204"/>
                </a:defRPr>
              </a:lvl5pPr>
              <a:lvl6pPr algn="l">
                <a:defRPr sz="2625" b="1">
                  <a:solidFill>
                    <a:srgbClr val="087F82"/>
                  </a:solidFill>
                  <a:latin typeface="Arial" panose="020B0604020202090204"/>
                  <a:ea typeface="Arial" panose="020B0604020202090204"/>
                  <a:cs typeface="Arial" panose="020B0604020202090204"/>
                </a:defRPr>
              </a:lvl6pPr>
              <a:lvl7pPr algn="l">
                <a:defRPr sz="2625" b="1">
                  <a:solidFill>
                    <a:srgbClr val="087F82"/>
                  </a:solidFill>
                  <a:latin typeface="Arial" panose="020B0604020202090204"/>
                  <a:ea typeface="Arial" panose="020B0604020202090204"/>
                  <a:cs typeface="Arial" panose="020B0604020202090204"/>
                </a:defRPr>
              </a:lvl7pPr>
              <a:lvl8pPr algn="l">
                <a:defRPr sz="2625" b="1">
                  <a:solidFill>
                    <a:srgbClr val="087F82"/>
                  </a:solidFill>
                  <a:latin typeface="Arial" panose="020B0604020202090204"/>
                  <a:ea typeface="Arial" panose="020B0604020202090204"/>
                  <a:cs typeface="Arial" panose="020B0604020202090204"/>
                </a:defRPr>
              </a:lvl8pPr>
              <a:lvl9pPr algn="l">
                <a:defRPr sz="2625" b="1">
                  <a:solidFill>
                    <a:srgbClr val="087F82"/>
                  </a:solidFill>
                  <a:latin typeface="Arial" panose="020B0604020202090204"/>
                  <a:ea typeface="Arial" panose="020B0604020202090204"/>
                  <a:cs typeface="Arial" panose="020B0604020202090204"/>
                </a:defRPr>
              </a:lvl9pPr>
            </a:lstStyle>
            <a:p>
              <a:pPr algn="l">
                <a:defRPr sz="2625" b="1">
                  <a:solidFill>
                    <a:srgbClr val="087F82"/>
                  </a:solidFill>
                  <a:latin typeface="Arial" panose="020B0604020202090204"/>
                  <a:ea typeface="Arial" panose="020B0604020202090204"/>
                  <a:cs typeface="Arial" panose="020B0604020202090204"/>
                </a:defRPr>
              </a:pPr>
              <a:r>
                <a:rPr sz="2625" b="1">
                  <a:solidFill>
                    <a:srgbClr val="087F82"/>
                  </a:solidFill>
                  <a:latin typeface="Times New Roman Regular" panose="02020503050405090304" charset="0"/>
                  <a:ea typeface="Arial" panose="020B0604020202090204"/>
                  <a:cs typeface="Times New Roman Regular" panose="02020503050405090304" charset="0"/>
                </a:rPr>
                <a:t>2  SCORE THRESHOLD: BATCH 713, PM20</a:t>
              </a:r>
              <a:endParaRPr sz="2625"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69" name="text-63"/>
            <p:cNvSpPr>
              <a:spLocks noGrp="1"/>
            </p:cNvSpPr>
            <p:nvPr/>
          </p:nvSpPr>
          <p:spPr>
            <a:xfrm>
              <a:off x="23319" y="37350"/>
              <a:ext cx="20769" cy="1650"/>
            </a:xfrm>
            <a:prstGeom prst="rect">
              <a:avLst/>
            </a:prstGeom>
            <a:noFill/>
            <a:ln>
              <a:noFill/>
            </a:ln>
          </p:spPr>
          <p:txBody>
            <a:bodyPr wrap="square" lIns="0" tIns="0" rIns="0" bIns="0" anchor="t">
              <a:noAutofit/>
            </a:bodyPr>
            <a:lstStyle>
              <a:defPPr algn="l">
                <a:defRPr sz="2925" b="0">
                  <a:solidFill>
                    <a:srgbClr val="172C43"/>
                  </a:solidFill>
                  <a:latin typeface="Arial" panose="020B0604020202090204"/>
                  <a:ea typeface="Arial" panose="020B0604020202090204"/>
                  <a:cs typeface="Arial" panose="020B0604020202090204"/>
                </a:defRPr>
              </a:defPPr>
              <a:lvl1pPr algn="l">
                <a:defRPr sz="2925" b="0">
                  <a:solidFill>
                    <a:srgbClr val="172C43"/>
                  </a:solidFill>
                  <a:latin typeface="Arial" panose="020B0604020202090204"/>
                  <a:ea typeface="Arial" panose="020B0604020202090204"/>
                  <a:cs typeface="Arial" panose="020B0604020202090204"/>
                </a:defRPr>
              </a:lvl1pPr>
              <a:lvl2pPr algn="l">
                <a:defRPr sz="2925" b="0">
                  <a:solidFill>
                    <a:srgbClr val="172C43"/>
                  </a:solidFill>
                  <a:latin typeface="Arial" panose="020B0604020202090204"/>
                  <a:ea typeface="Arial" panose="020B0604020202090204"/>
                  <a:cs typeface="Arial" panose="020B0604020202090204"/>
                </a:defRPr>
              </a:lvl2pPr>
              <a:lvl3pPr algn="l">
                <a:defRPr sz="2925" b="0">
                  <a:solidFill>
                    <a:srgbClr val="172C43"/>
                  </a:solidFill>
                  <a:latin typeface="Arial" panose="020B0604020202090204"/>
                  <a:ea typeface="Arial" panose="020B0604020202090204"/>
                  <a:cs typeface="Arial" panose="020B0604020202090204"/>
                </a:defRPr>
              </a:lvl3pPr>
              <a:lvl4pPr algn="l">
                <a:defRPr sz="2925" b="0">
                  <a:solidFill>
                    <a:srgbClr val="172C43"/>
                  </a:solidFill>
                  <a:latin typeface="Arial" panose="020B0604020202090204"/>
                  <a:ea typeface="Arial" panose="020B0604020202090204"/>
                  <a:cs typeface="Arial" panose="020B0604020202090204"/>
                </a:defRPr>
              </a:lvl4pPr>
              <a:lvl5pPr algn="l">
                <a:defRPr sz="2925" b="0">
                  <a:solidFill>
                    <a:srgbClr val="172C43"/>
                  </a:solidFill>
                  <a:latin typeface="Arial" panose="020B0604020202090204"/>
                  <a:ea typeface="Arial" panose="020B0604020202090204"/>
                  <a:cs typeface="Arial" panose="020B0604020202090204"/>
                </a:defRPr>
              </a:lvl5pPr>
              <a:lvl6pPr algn="l">
                <a:defRPr sz="2925" b="0">
                  <a:solidFill>
                    <a:srgbClr val="172C43"/>
                  </a:solidFill>
                  <a:latin typeface="Arial" panose="020B0604020202090204"/>
                  <a:ea typeface="Arial" panose="020B0604020202090204"/>
                  <a:cs typeface="Arial" panose="020B0604020202090204"/>
                </a:defRPr>
              </a:lvl6pPr>
              <a:lvl7pPr algn="l">
                <a:defRPr sz="2925" b="0">
                  <a:solidFill>
                    <a:srgbClr val="172C43"/>
                  </a:solidFill>
                  <a:latin typeface="Arial" panose="020B0604020202090204"/>
                  <a:ea typeface="Arial" panose="020B0604020202090204"/>
                  <a:cs typeface="Arial" panose="020B0604020202090204"/>
                </a:defRPr>
              </a:lvl7pPr>
              <a:lvl8pPr algn="l">
                <a:defRPr sz="2925" b="0">
                  <a:solidFill>
                    <a:srgbClr val="172C43"/>
                  </a:solidFill>
                  <a:latin typeface="Arial" panose="020B0604020202090204"/>
                  <a:ea typeface="Arial" panose="020B0604020202090204"/>
                  <a:cs typeface="Arial" panose="020B0604020202090204"/>
                </a:defRPr>
              </a:lvl8pPr>
              <a:lvl9pPr algn="l">
                <a:defRPr sz="2925" b="0">
                  <a:solidFill>
                    <a:srgbClr val="172C43"/>
                  </a:solidFill>
                  <a:latin typeface="Arial" panose="020B0604020202090204"/>
                  <a:ea typeface="Arial" panose="020B0604020202090204"/>
                  <a:cs typeface="Arial" panose="020B0604020202090204"/>
                </a:defRPr>
              </a:lvl9pPr>
            </a:lstStyle>
            <a:p>
              <a:pPr algn="l">
                <a:defRPr sz="2925" b="0">
                  <a:solidFill>
                    <a:srgbClr val="172C43"/>
                  </a:solidFill>
                  <a:latin typeface="Arial" panose="020B0604020202090204"/>
                  <a:ea typeface="Arial" panose="020B0604020202090204"/>
                  <a:cs typeface="Arial" panose="020B0604020202090204"/>
                </a:defRPr>
              </a:pPr>
              <a:r>
                <a:rPr sz="2925" b="0">
                  <a:solidFill>
                    <a:srgbClr val="172C43"/>
                  </a:solidFill>
                  <a:latin typeface="Times New Roman Regular" panose="02020503050405090304" charset="0"/>
                  <a:ea typeface="Arial" panose="020B0604020202090204"/>
                  <a:cs typeface="Times New Roman Regular" panose="02020503050405090304" charset="0"/>
                </a:rPr>
                <a:t>Observed score 59.9 → 60.0 crosses r* = 60,</a:t>
              </a:r>
              <a:endParaRPr sz="2925" b="0">
                <a:solidFill>
                  <a:srgbClr val="172C43"/>
                </a:solidFill>
                <a:latin typeface="Times New Roman Regular" panose="02020503050405090304" charset="0"/>
                <a:ea typeface="Arial" panose="020B0604020202090204"/>
                <a:cs typeface="Times New Roman Regular" panose="02020503050405090304" charset="0"/>
              </a:endParaRPr>
            </a:p>
            <a:p>
              <a:pPr algn="l">
                <a:defRPr sz="2925" b="0">
                  <a:solidFill>
                    <a:srgbClr val="172C43"/>
                  </a:solidFill>
                  <a:latin typeface="Arial" panose="020B0604020202090204"/>
                  <a:ea typeface="Arial" panose="020B0604020202090204"/>
                  <a:cs typeface="Arial" panose="020B0604020202090204"/>
                </a:defRPr>
              </a:pPr>
              <a:r>
                <a:rPr sz="2925" b="0">
                  <a:solidFill>
                    <a:srgbClr val="172C43"/>
                  </a:solidFill>
                  <a:latin typeface="Times New Roman Regular" panose="02020503050405090304" charset="0"/>
                  <a:ea typeface="Arial" panose="020B0604020202090204"/>
                  <a:cs typeface="Times New Roman Regular" panose="02020503050405090304" charset="0"/>
                </a:rPr>
                <a:t>activates the reserve and changes the winning set.</a:t>
              </a:r>
              <a:endParaRPr sz="29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70" name="text-64"/>
            <p:cNvSpPr>
              <a:spLocks noGrp="1"/>
            </p:cNvSpPr>
            <p:nvPr/>
          </p:nvSpPr>
          <p:spPr>
            <a:xfrm>
              <a:off x="45139" y="11025"/>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b="1">
                  <a:solidFill>
                    <a:srgbClr val="073A85"/>
                  </a:solidFill>
                  <a:latin typeface="Times New Roman Regular" panose="02020503050405090304" charset="0"/>
                  <a:ea typeface="Arial" panose="020B0604020202090204"/>
                  <a:cs typeface="Times New Roman Regular" panose="02020503050405090304" charset="0"/>
                </a:rPr>
                <a:t>Practical Impacts: intended SDG links</a:t>
              </a:r>
              <a:endParaRPr sz="3150" b="1">
                <a:solidFill>
                  <a:srgbClr val="073A85"/>
                </a:solidFill>
                <a:latin typeface="Times New Roman Regular" panose="02020503050405090304" charset="0"/>
                <a:ea typeface="Arial" panose="020B0604020202090204"/>
                <a:cs typeface="Times New Roman Regular" panose="02020503050405090304" charset="0"/>
              </a:endParaRPr>
            </a:p>
          </p:txBody>
        </p:sp>
        <p:pic>
          <p:nvPicPr>
            <p:cNvPr id="71" name="图片 70"/>
            <p:cNvPicPr>
              <a:picLocks noChangeAspect="1"/>
            </p:cNvPicPr>
            <p:nvPr/>
          </p:nvPicPr>
          <p:blipFill>
            <a:blip r:embed="rId3"/>
            <a:stretch>
              <a:fillRect/>
            </a:stretch>
          </p:blipFill>
          <p:spPr>
            <a:xfrm>
              <a:off x="45139" y="12075"/>
              <a:ext cx="2775" cy="2775"/>
            </a:xfrm>
            <a:prstGeom prst="rect">
              <a:avLst/>
            </a:prstGeom>
          </p:spPr>
        </p:pic>
        <p:sp>
          <p:nvSpPr>
            <p:cNvPr id="72" name="text-65"/>
            <p:cNvSpPr>
              <a:spLocks noGrp="1"/>
            </p:cNvSpPr>
            <p:nvPr/>
          </p:nvSpPr>
          <p:spPr>
            <a:xfrm>
              <a:off x="48289" y="12450"/>
              <a:ext cx="6600" cy="2175"/>
            </a:xfrm>
            <a:prstGeom prst="rect">
              <a:avLst/>
            </a:prstGeom>
            <a:noFill/>
            <a:ln>
              <a:noFill/>
            </a:ln>
          </p:spPr>
          <p:txBody>
            <a:bodyPr wrap="square" lIns="0" tIns="0" rIns="0" bIns="0" anchor="t">
              <a:noAutofit/>
            </a:bodyPr>
            <a:lstStyle>
              <a:defPPr algn="l">
                <a:defRPr sz="2625" b="1">
                  <a:solidFill>
                    <a:srgbClr val="073A85"/>
                  </a:solidFill>
                  <a:latin typeface="Arial" panose="020B0604020202090204"/>
                  <a:ea typeface="Arial" panose="020B0604020202090204"/>
                  <a:cs typeface="Arial" panose="020B0604020202090204"/>
                </a:defRPr>
              </a:defPPr>
              <a:lvl1pPr algn="l">
                <a:defRPr sz="2625" b="1">
                  <a:solidFill>
                    <a:srgbClr val="073A85"/>
                  </a:solidFill>
                  <a:latin typeface="Arial" panose="020B0604020202090204"/>
                  <a:ea typeface="Arial" panose="020B0604020202090204"/>
                  <a:cs typeface="Arial" panose="020B0604020202090204"/>
                </a:defRPr>
              </a:lvl1pPr>
              <a:lvl2pPr algn="l">
                <a:defRPr sz="2625" b="1">
                  <a:solidFill>
                    <a:srgbClr val="073A85"/>
                  </a:solidFill>
                  <a:latin typeface="Arial" panose="020B0604020202090204"/>
                  <a:ea typeface="Arial" panose="020B0604020202090204"/>
                  <a:cs typeface="Arial" panose="020B0604020202090204"/>
                </a:defRPr>
              </a:lvl2pPr>
              <a:lvl3pPr algn="l">
                <a:defRPr sz="2625" b="1">
                  <a:solidFill>
                    <a:srgbClr val="073A85"/>
                  </a:solidFill>
                  <a:latin typeface="Arial" panose="020B0604020202090204"/>
                  <a:ea typeface="Arial" panose="020B0604020202090204"/>
                  <a:cs typeface="Arial" panose="020B0604020202090204"/>
                </a:defRPr>
              </a:lvl3pPr>
              <a:lvl4pPr algn="l">
                <a:defRPr sz="2625" b="1">
                  <a:solidFill>
                    <a:srgbClr val="073A85"/>
                  </a:solidFill>
                  <a:latin typeface="Arial" panose="020B0604020202090204"/>
                  <a:ea typeface="Arial" panose="020B0604020202090204"/>
                  <a:cs typeface="Arial" panose="020B0604020202090204"/>
                </a:defRPr>
              </a:lvl4pPr>
              <a:lvl5pPr algn="l">
                <a:defRPr sz="2625" b="1">
                  <a:solidFill>
                    <a:srgbClr val="073A85"/>
                  </a:solidFill>
                  <a:latin typeface="Arial" panose="020B0604020202090204"/>
                  <a:ea typeface="Arial" panose="020B0604020202090204"/>
                  <a:cs typeface="Arial" panose="020B0604020202090204"/>
                </a:defRPr>
              </a:lvl5pPr>
              <a:lvl6pPr algn="l">
                <a:defRPr sz="2625" b="1">
                  <a:solidFill>
                    <a:srgbClr val="073A85"/>
                  </a:solidFill>
                  <a:latin typeface="Arial" panose="020B0604020202090204"/>
                  <a:ea typeface="Arial" panose="020B0604020202090204"/>
                  <a:cs typeface="Arial" panose="020B0604020202090204"/>
                </a:defRPr>
              </a:lvl6pPr>
              <a:lvl7pPr algn="l">
                <a:defRPr sz="2625" b="1">
                  <a:solidFill>
                    <a:srgbClr val="073A85"/>
                  </a:solidFill>
                  <a:latin typeface="Arial" panose="020B0604020202090204"/>
                  <a:ea typeface="Arial" panose="020B0604020202090204"/>
                  <a:cs typeface="Arial" panose="020B0604020202090204"/>
                </a:defRPr>
              </a:lvl7pPr>
              <a:lvl8pPr algn="l">
                <a:defRPr sz="2625" b="1">
                  <a:solidFill>
                    <a:srgbClr val="073A85"/>
                  </a:solidFill>
                  <a:latin typeface="Arial" panose="020B0604020202090204"/>
                  <a:ea typeface="Arial" panose="020B0604020202090204"/>
                  <a:cs typeface="Arial" panose="020B0604020202090204"/>
                </a:defRPr>
              </a:lvl8pPr>
              <a:lvl9pPr algn="l">
                <a:defRPr sz="2625" b="1">
                  <a:solidFill>
                    <a:srgbClr val="073A85"/>
                  </a:solidFill>
                  <a:latin typeface="Arial" panose="020B0604020202090204"/>
                  <a:ea typeface="Arial" panose="020B0604020202090204"/>
                  <a:cs typeface="Arial" panose="020B0604020202090204"/>
                </a:defRPr>
              </a:lvl9pPr>
            </a:lstStyle>
            <a:p>
              <a:pPr algn="l">
                <a:defRPr sz="2625" b="1">
                  <a:solidFill>
                    <a:srgbClr val="073A85"/>
                  </a:solidFill>
                  <a:latin typeface="Arial" panose="020B0604020202090204"/>
                  <a:ea typeface="Arial" panose="020B0604020202090204"/>
                  <a:cs typeface="Arial" panose="020B0604020202090204"/>
                </a:defRPr>
              </a:pPr>
              <a:r>
                <a:rPr sz="2625">
                  <a:solidFill>
                    <a:srgbClr val="073A85"/>
                  </a:solidFill>
                  <a:latin typeface="Times New Roman" panose="02020503050405090304" charset="0"/>
                  <a:ea typeface="Arial" panose="020B0604020202090204"/>
                  <a:cs typeface="Times New Roman" panose="02020503050405090304" charset="0"/>
                </a:rPr>
                <a:t>TARGET 9.5</a:t>
              </a:r>
              <a:endParaRPr sz="2625">
                <a:solidFill>
                  <a:srgbClr val="073A85"/>
                </a:solidFill>
                <a:latin typeface="Times New Roman" panose="02020503050405090304" charset="0"/>
                <a:ea typeface="Arial" panose="020B0604020202090204"/>
                <a:cs typeface="Times New Roman" panose="02020503050405090304" charset="0"/>
              </a:endParaRPr>
            </a:p>
            <a:p>
              <a:pPr algn="l">
                <a:defRPr sz="2625" b="1">
                  <a:solidFill>
                    <a:srgbClr val="073A85"/>
                  </a:solidFill>
                  <a:latin typeface="Arial" panose="020B0604020202090204"/>
                  <a:ea typeface="Arial" panose="020B0604020202090204"/>
                  <a:cs typeface="Arial" panose="020B0604020202090204"/>
                </a:defRPr>
              </a:pPr>
              <a:r>
                <a:rPr sz="2625">
                  <a:solidFill>
                    <a:srgbClr val="073A85"/>
                  </a:solidFill>
                  <a:latin typeface="Times New Roman" panose="02020503050405090304" charset="0"/>
                  <a:ea typeface="Arial" panose="020B0604020202090204"/>
                  <a:cs typeface="Times New Roman" panose="02020503050405090304" charset="0"/>
                </a:rPr>
                <a:t>Research capacity</a:t>
              </a:r>
              <a:endParaRPr sz="2625">
                <a:solidFill>
                  <a:srgbClr val="073A85"/>
                </a:solidFill>
                <a:latin typeface="Times New Roman" panose="02020503050405090304" charset="0"/>
                <a:ea typeface="Arial" panose="020B0604020202090204"/>
                <a:cs typeface="Times New Roman" panose="02020503050405090304" charset="0"/>
              </a:endParaRPr>
            </a:p>
            <a:p>
              <a:pPr algn="l">
                <a:defRPr sz="2625" b="1">
                  <a:solidFill>
                    <a:srgbClr val="073A85"/>
                  </a:solidFill>
                  <a:latin typeface="Arial" panose="020B0604020202090204"/>
                  <a:ea typeface="Arial" panose="020B0604020202090204"/>
                  <a:cs typeface="Arial" panose="020B0604020202090204"/>
                </a:defRPr>
              </a:pPr>
              <a:r>
                <a:rPr sz="2625">
                  <a:solidFill>
                    <a:srgbClr val="073A85"/>
                  </a:solidFill>
                  <a:latin typeface="Times New Roman" panose="02020503050405090304" charset="0"/>
                  <a:ea typeface="Arial" panose="020B0604020202090204"/>
                  <a:cs typeface="Times New Roman" panose="02020503050405090304" charset="0"/>
                </a:rPr>
                <a:t>and innovation</a:t>
              </a:r>
              <a:endParaRPr sz="2625">
                <a:solidFill>
                  <a:srgbClr val="073A85"/>
                </a:solidFill>
                <a:latin typeface="Times New Roman" panose="02020503050405090304" charset="0"/>
                <a:ea typeface="Arial" panose="020B0604020202090204"/>
                <a:cs typeface="Times New Roman" panose="02020503050405090304" charset="0"/>
              </a:endParaRPr>
            </a:p>
          </p:txBody>
        </p:sp>
        <p:pic>
          <p:nvPicPr>
            <p:cNvPr id="73" name="图片 72"/>
            <p:cNvPicPr>
              <a:picLocks noChangeAspect="1"/>
            </p:cNvPicPr>
            <p:nvPr/>
          </p:nvPicPr>
          <p:blipFill>
            <a:blip r:embed="rId4"/>
            <a:stretch>
              <a:fillRect/>
            </a:stretch>
          </p:blipFill>
          <p:spPr>
            <a:xfrm>
              <a:off x="55864" y="12075"/>
              <a:ext cx="2775" cy="2775"/>
            </a:xfrm>
            <a:prstGeom prst="rect">
              <a:avLst/>
            </a:prstGeom>
          </p:spPr>
        </p:pic>
        <p:sp>
          <p:nvSpPr>
            <p:cNvPr id="74" name="text-66"/>
            <p:cNvSpPr>
              <a:spLocks noGrp="1"/>
            </p:cNvSpPr>
            <p:nvPr/>
          </p:nvSpPr>
          <p:spPr>
            <a:xfrm>
              <a:off x="59014" y="12450"/>
              <a:ext cx="6894" cy="2175"/>
            </a:xfrm>
            <a:prstGeom prst="rect">
              <a:avLst/>
            </a:prstGeom>
            <a:noFill/>
            <a:ln>
              <a:noFill/>
            </a:ln>
          </p:spPr>
          <p:txBody>
            <a:bodyPr wrap="square" lIns="0" tIns="0" rIns="0" bIns="0" anchor="t">
              <a:noAutofit/>
            </a:bodyPr>
            <a:lstStyle>
              <a:defPPr algn="l">
                <a:defRPr sz="2550" b="1">
                  <a:solidFill>
                    <a:srgbClr val="073A85"/>
                  </a:solidFill>
                  <a:latin typeface="Arial" panose="020B0604020202090204"/>
                  <a:ea typeface="Arial" panose="020B0604020202090204"/>
                  <a:cs typeface="Arial" panose="020B0604020202090204"/>
                </a:defRPr>
              </a:defPPr>
              <a:lvl1pPr algn="l">
                <a:defRPr sz="2550" b="1">
                  <a:solidFill>
                    <a:srgbClr val="073A85"/>
                  </a:solidFill>
                  <a:latin typeface="Arial" panose="020B0604020202090204"/>
                  <a:ea typeface="Arial" panose="020B0604020202090204"/>
                  <a:cs typeface="Arial" panose="020B0604020202090204"/>
                </a:defRPr>
              </a:lvl1pPr>
              <a:lvl2pPr algn="l">
                <a:defRPr sz="2550" b="1">
                  <a:solidFill>
                    <a:srgbClr val="073A85"/>
                  </a:solidFill>
                  <a:latin typeface="Arial" panose="020B0604020202090204"/>
                  <a:ea typeface="Arial" panose="020B0604020202090204"/>
                  <a:cs typeface="Arial" panose="020B0604020202090204"/>
                </a:defRPr>
              </a:lvl2pPr>
              <a:lvl3pPr algn="l">
                <a:defRPr sz="2550" b="1">
                  <a:solidFill>
                    <a:srgbClr val="073A85"/>
                  </a:solidFill>
                  <a:latin typeface="Arial" panose="020B0604020202090204"/>
                  <a:ea typeface="Arial" panose="020B0604020202090204"/>
                  <a:cs typeface="Arial" panose="020B0604020202090204"/>
                </a:defRPr>
              </a:lvl3pPr>
              <a:lvl4pPr algn="l">
                <a:defRPr sz="2550" b="1">
                  <a:solidFill>
                    <a:srgbClr val="073A85"/>
                  </a:solidFill>
                  <a:latin typeface="Arial" panose="020B0604020202090204"/>
                  <a:ea typeface="Arial" panose="020B0604020202090204"/>
                  <a:cs typeface="Arial" panose="020B0604020202090204"/>
                </a:defRPr>
              </a:lvl4pPr>
              <a:lvl5pPr algn="l">
                <a:defRPr sz="2550" b="1">
                  <a:solidFill>
                    <a:srgbClr val="073A85"/>
                  </a:solidFill>
                  <a:latin typeface="Arial" panose="020B0604020202090204"/>
                  <a:ea typeface="Arial" panose="020B0604020202090204"/>
                  <a:cs typeface="Arial" panose="020B0604020202090204"/>
                </a:defRPr>
              </a:lvl5pPr>
              <a:lvl6pPr algn="l">
                <a:defRPr sz="2550" b="1">
                  <a:solidFill>
                    <a:srgbClr val="073A85"/>
                  </a:solidFill>
                  <a:latin typeface="Arial" panose="020B0604020202090204"/>
                  <a:ea typeface="Arial" panose="020B0604020202090204"/>
                  <a:cs typeface="Arial" panose="020B0604020202090204"/>
                </a:defRPr>
              </a:lvl6pPr>
              <a:lvl7pPr algn="l">
                <a:defRPr sz="2550" b="1">
                  <a:solidFill>
                    <a:srgbClr val="073A85"/>
                  </a:solidFill>
                  <a:latin typeface="Arial" panose="020B0604020202090204"/>
                  <a:ea typeface="Arial" panose="020B0604020202090204"/>
                  <a:cs typeface="Arial" panose="020B0604020202090204"/>
                </a:defRPr>
              </a:lvl7pPr>
              <a:lvl8pPr algn="l">
                <a:defRPr sz="2550" b="1">
                  <a:solidFill>
                    <a:srgbClr val="073A85"/>
                  </a:solidFill>
                  <a:latin typeface="Arial" panose="020B0604020202090204"/>
                  <a:ea typeface="Arial" panose="020B0604020202090204"/>
                  <a:cs typeface="Arial" panose="020B0604020202090204"/>
                </a:defRPr>
              </a:lvl8pPr>
              <a:lvl9pPr algn="l">
                <a:defRPr sz="2550" b="1">
                  <a:solidFill>
                    <a:srgbClr val="073A85"/>
                  </a:solidFill>
                  <a:latin typeface="Arial" panose="020B0604020202090204"/>
                  <a:ea typeface="Arial" panose="020B0604020202090204"/>
                  <a:cs typeface="Arial" panose="020B0604020202090204"/>
                </a:defRPr>
              </a:lvl9pPr>
            </a:lstStyle>
            <a:p>
              <a:pPr algn="l">
                <a:defRPr sz="2550" b="1">
                  <a:solidFill>
                    <a:srgbClr val="073A85"/>
                  </a:solidFill>
                  <a:latin typeface="Arial" panose="020B0604020202090204"/>
                  <a:ea typeface="Arial" panose="020B0604020202090204"/>
                  <a:cs typeface="Arial" panose="020B0604020202090204"/>
                </a:defRPr>
              </a:pPr>
              <a:r>
                <a:rPr sz="2550">
                  <a:solidFill>
                    <a:srgbClr val="073A85"/>
                  </a:solidFill>
                  <a:latin typeface="Times New Roman" panose="02020503050405090304" charset="0"/>
                  <a:ea typeface="Arial" panose="020B0604020202090204"/>
                  <a:cs typeface="Times New Roman" panose="02020503050405090304" charset="0"/>
                </a:rPr>
                <a:t>TARGET 16.6</a:t>
              </a:r>
              <a:endParaRPr sz="2550">
                <a:solidFill>
                  <a:srgbClr val="073A85"/>
                </a:solidFill>
                <a:latin typeface="Times New Roman" panose="02020503050405090304" charset="0"/>
                <a:ea typeface="Arial" panose="020B0604020202090204"/>
                <a:cs typeface="Times New Roman" panose="02020503050405090304" charset="0"/>
              </a:endParaRPr>
            </a:p>
            <a:p>
              <a:pPr algn="l">
                <a:defRPr sz="2550" b="1">
                  <a:solidFill>
                    <a:srgbClr val="073A85"/>
                  </a:solidFill>
                  <a:latin typeface="Arial" panose="020B0604020202090204"/>
                  <a:ea typeface="Arial" panose="020B0604020202090204"/>
                  <a:cs typeface="Arial" panose="020B0604020202090204"/>
                </a:defRPr>
              </a:pPr>
              <a:r>
                <a:rPr sz="2550">
                  <a:solidFill>
                    <a:srgbClr val="073A85"/>
                  </a:solidFill>
                  <a:latin typeface="Times New Roman" panose="02020503050405090304" charset="0"/>
                  <a:ea typeface="Arial" panose="020B0604020202090204"/>
                  <a:cs typeface="Times New Roman" panose="02020503050405090304" charset="0"/>
                </a:rPr>
                <a:t>Accountable,</a:t>
              </a:r>
              <a:endParaRPr sz="2550">
                <a:solidFill>
                  <a:srgbClr val="073A85"/>
                </a:solidFill>
                <a:latin typeface="Times New Roman" panose="02020503050405090304" charset="0"/>
                <a:ea typeface="Arial" panose="020B0604020202090204"/>
                <a:cs typeface="Times New Roman" panose="02020503050405090304" charset="0"/>
              </a:endParaRPr>
            </a:p>
            <a:p>
              <a:pPr algn="l">
                <a:defRPr sz="2550" b="1">
                  <a:solidFill>
                    <a:srgbClr val="073A85"/>
                  </a:solidFill>
                  <a:latin typeface="Arial" panose="020B0604020202090204"/>
                  <a:ea typeface="Arial" panose="020B0604020202090204"/>
                  <a:cs typeface="Arial" panose="020B0604020202090204"/>
                </a:defRPr>
              </a:pPr>
              <a:r>
                <a:rPr sz="2550">
                  <a:solidFill>
                    <a:srgbClr val="073A85"/>
                  </a:solidFill>
                  <a:latin typeface="Times New Roman" panose="02020503050405090304" charset="0"/>
                  <a:ea typeface="Arial" panose="020B0604020202090204"/>
                  <a:cs typeface="Times New Roman" panose="02020503050405090304" charset="0"/>
                </a:rPr>
                <a:t>transparent institutions</a:t>
              </a:r>
              <a:endParaRPr sz="2550">
                <a:solidFill>
                  <a:srgbClr val="073A85"/>
                </a:solidFill>
                <a:latin typeface="Times New Roman" panose="02020503050405090304" charset="0"/>
                <a:ea typeface="Arial" panose="020B0604020202090204"/>
                <a:cs typeface="Times New Roman" panose="02020503050405090304" charset="0"/>
              </a:endParaRPr>
            </a:p>
          </p:txBody>
        </p:sp>
        <p:sp>
          <p:nvSpPr>
            <p:cNvPr id="75" name="panel-67"/>
            <p:cNvSpPr>
              <a:spLocks noGrp="1"/>
            </p:cNvSpPr>
            <p:nvPr/>
          </p:nvSpPr>
          <p:spPr>
            <a:xfrm>
              <a:off x="45139" y="15450"/>
              <a:ext cx="20769" cy="1875"/>
            </a:xfrm>
            <a:prstGeom prst="rect">
              <a:avLst/>
            </a:prstGeom>
            <a:solidFill>
              <a:srgbClr val="EEF6F6"/>
            </a:solidFill>
            <a:ln w="14288">
              <a:solidFill>
                <a:srgbClr val="B9CDDA"/>
              </a:solidFill>
            </a:ln>
          </p:spPr>
        </p:sp>
        <p:sp>
          <p:nvSpPr>
            <p:cNvPr id="76" name="text-68"/>
            <p:cNvSpPr>
              <a:spLocks noGrp="1"/>
            </p:cNvSpPr>
            <p:nvPr/>
          </p:nvSpPr>
          <p:spPr>
            <a:xfrm>
              <a:off x="45409" y="15675"/>
              <a:ext cx="20229" cy="1500"/>
            </a:xfrm>
            <a:prstGeom prst="rect">
              <a:avLst/>
            </a:prstGeom>
            <a:noFill/>
            <a:ln>
              <a:noFill/>
            </a:ln>
          </p:spPr>
          <p:txBody>
            <a:bodyPr wrap="square" lIns="0" tIns="0" rIns="0" bIns="0" anchor="t">
              <a:noAutofit/>
            </a:bodyPr>
            <a:lstStyle>
              <a:defPPr algn="ctr">
                <a:defRPr sz="2700" b="0">
                  <a:solidFill>
                    <a:srgbClr val="172C43"/>
                  </a:solidFill>
                  <a:latin typeface="Arial" panose="020B0604020202090204"/>
                  <a:ea typeface="Arial" panose="020B0604020202090204"/>
                  <a:cs typeface="Arial" panose="020B0604020202090204"/>
                </a:defRPr>
              </a:defPPr>
              <a:lvl1pPr algn="ctr">
                <a:defRPr sz="2700" b="0">
                  <a:solidFill>
                    <a:srgbClr val="172C43"/>
                  </a:solidFill>
                  <a:latin typeface="Arial" panose="020B0604020202090204"/>
                  <a:ea typeface="Arial" panose="020B0604020202090204"/>
                  <a:cs typeface="Arial" panose="020B0604020202090204"/>
                </a:defRPr>
              </a:lvl1pPr>
              <a:lvl2pPr algn="ctr">
                <a:defRPr sz="2700" b="0">
                  <a:solidFill>
                    <a:srgbClr val="172C43"/>
                  </a:solidFill>
                  <a:latin typeface="Arial" panose="020B0604020202090204"/>
                  <a:ea typeface="Arial" panose="020B0604020202090204"/>
                  <a:cs typeface="Arial" panose="020B0604020202090204"/>
                </a:defRPr>
              </a:lvl2pPr>
              <a:lvl3pPr algn="ctr">
                <a:defRPr sz="2700" b="0">
                  <a:solidFill>
                    <a:srgbClr val="172C43"/>
                  </a:solidFill>
                  <a:latin typeface="Arial" panose="020B0604020202090204"/>
                  <a:ea typeface="Arial" panose="020B0604020202090204"/>
                  <a:cs typeface="Arial" panose="020B0604020202090204"/>
                </a:defRPr>
              </a:lvl3pPr>
              <a:lvl4pPr algn="ctr">
                <a:defRPr sz="2700" b="0">
                  <a:solidFill>
                    <a:srgbClr val="172C43"/>
                  </a:solidFill>
                  <a:latin typeface="Arial" panose="020B0604020202090204"/>
                  <a:ea typeface="Arial" panose="020B0604020202090204"/>
                  <a:cs typeface="Arial" panose="020B0604020202090204"/>
                </a:defRPr>
              </a:lvl4pPr>
              <a:lvl5pPr algn="ctr">
                <a:defRPr sz="2700" b="0">
                  <a:solidFill>
                    <a:srgbClr val="172C43"/>
                  </a:solidFill>
                  <a:latin typeface="Arial" panose="020B0604020202090204"/>
                  <a:ea typeface="Arial" panose="020B0604020202090204"/>
                  <a:cs typeface="Arial" panose="020B0604020202090204"/>
                </a:defRPr>
              </a:lvl5pPr>
              <a:lvl6pPr algn="ctr">
                <a:defRPr sz="2700" b="0">
                  <a:solidFill>
                    <a:srgbClr val="172C43"/>
                  </a:solidFill>
                  <a:latin typeface="Arial" panose="020B0604020202090204"/>
                  <a:ea typeface="Arial" panose="020B0604020202090204"/>
                  <a:cs typeface="Arial" panose="020B0604020202090204"/>
                </a:defRPr>
              </a:lvl6pPr>
              <a:lvl7pPr algn="ctr">
                <a:defRPr sz="2700" b="0">
                  <a:solidFill>
                    <a:srgbClr val="172C43"/>
                  </a:solidFill>
                  <a:latin typeface="Arial" panose="020B0604020202090204"/>
                  <a:ea typeface="Arial" panose="020B0604020202090204"/>
                  <a:cs typeface="Arial" panose="020B0604020202090204"/>
                </a:defRPr>
              </a:lvl7pPr>
              <a:lvl8pPr algn="ctr">
                <a:defRPr sz="2700" b="0">
                  <a:solidFill>
                    <a:srgbClr val="172C43"/>
                  </a:solidFill>
                  <a:latin typeface="Arial" panose="020B0604020202090204"/>
                  <a:ea typeface="Arial" panose="020B0604020202090204"/>
                  <a:cs typeface="Arial" panose="020B0604020202090204"/>
                </a:defRPr>
              </a:lvl8pPr>
              <a:lvl9pPr algn="ctr">
                <a:defRPr sz="2700" b="0">
                  <a:solidFill>
                    <a:srgbClr val="172C43"/>
                  </a:solidFill>
                  <a:latin typeface="Arial" panose="020B0604020202090204"/>
                  <a:ea typeface="Arial" panose="020B0604020202090204"/>
                  <a:cs typeface="Arial" panose="020B0604020202090204"/>
                </a:defRPr>
              </a:lvl9pPr>
            </a:lstStyle>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MECHANISM</a:t>
              </a:r>
              <a:endParaRPr sz="27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Validate risk before bidding. One free risk reserve plus three auctioned slots.</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77" name="panel-69"/>
            <p:cNvSpPr>
              <a:spLocks noGrp="1"/>
            </p:cNvSpPr>
            <p:nvPr/>
          </p:nvSpPr>
          <p:spPr>
            <a:xfrm>
              <a:off x="45139" y="17925"/>
              <a:ext cx="20769" cy="1725"/>
            </a:xfrm>
            <a:prstGeom prst="rect">
              <a:avLst/>
            </a:prstGeom>
            <a:solidFill>
              <a:srgbClr val="EEF6F6"/>
            </a:solidFill>
            <a:ln w="14288">
              <a:solidFill>
                <a:srgbClr val="B9CDDA"/>
              </a:solidFill>
            </a:ln>
          </p:spPr>
        </p:sp>
        <p:sp>
          <p:nvSpPr>
            <p:cNvPr id="78" name="text-70"/>
            <p:cNvSpPr>
              <a:spLocks noGrp="1"/>
            </p:cNvSpPr>
            <p:nvPr/>
          </p:nvSpPr>
          <p:spPr>
            <a:xfrm>
              <a:off x="45409" y="18150"/>
              <a:ext cx="20229" cy="1350"/>
            </a:xfrm>
            <a:prstGeom prst="rect">
              <a:avLst/>
            </a:prstGeom>
            <a:noFill/>
            <a:ln>
              <a:noFill/>
            </a:ln>
          </p:spPr>
          <p:txBody>
            <a:bodyPr wrap="square" lIns="0" tIns="0" rIns="0" bIns="0" anchor="t">
              <a:noAutofit/>
            </a:bodyPr>
            <a:lstStyle>
              <a:defPPr algn="ctr">
                <a:defRPr sz="2700" b="0">
                  <a:solidFill>
                    <a:srgbClr val="172C43"/>
                  </a:solidFill>
                  <a:latin typeface="Arial" panose="020B0604020202090204"/>
                  <a:ea typeface="Arial" panose="020B0604020202090204"/>
                  <a:cs typeface="Arial" panose="020B0604020202090204"/>
                </a:defRPr>
              </a:defPPr>
              <a:lvl1pPr algn="ctr">
                <a:defRPr sz="2700" b="0">
                  <a:solidFill>
                    <a:srgbClr val="172C43"/>
                  </a:solidFill>
                  <a:latin typeface="Arial" panose="020B0604020202090204"/>
                  <a:ea typeface="Arial" panose="020B0604020202090204"/>
                  <a:cs typeface="Arial" panose="020B0604020202090204"/>
                </a:defRPr>
              </a:lvl1pPr>
              <a:lvl2pPr algn="ctr">
                <a:defRPr sz="2700" b="0">
                  <a:solidFill>
                    <a:srgbClr val="172C43"/>
                  </a:solidFill>
                  <a:latin typeface="Arial" panose="020B0604020202090204"/>
                  <a:ea typeface="Arial" panose="020B0604020202090204"/>
                  <a:cs typeface="Arial" panose="020B0604020202090204"/>
                </a:defRPr>
              </a:lvl2pPr>
              <a:lvl3pPr algn="ctr">
                <a:defRPr sz="2700" b="0">
                  <a:solidFill>
                    <a:srgbClr val="172C43"/>
                  </a:solidFill>
                  <a:latin typeface="Arial" panose="020B0604020202090204"/>
                  <a:ea typeface="Arial" panose="020B0604020202090204"/>
                  <a:cs typeface="Arial" panose="020B0604020202090204"/>
                </a:defRPr>
              </a:lvl3pPr>
              <a:lvl4pPr algn="ctr">
                <a:defRPr sz="2700" b="0">
                  <a:solidFill>
                    <a:srgbClr val="172C43"/>
                  </a:solidFill>
                  <a:latin typeface="Arial" panose="020B0604020202090204"/>
                  <a:ea typeface="Arial" panose="020B0604020202090204"/>
                  <a:cs typeface="Arial" panose="020B0604020202090204"/>
                </a:defRPr>
              </a:lvl4pPr>
              <a:lvl5pPr algn="ctr">
                <a:defRPr sz="2700" b="0">
                  <a:solidFill>
                    <a:srgbClr val="172C43"/>
                  </a:solidFill>
                  <a:latin typeface="Arial" panose="020B0604020202090204"/>
                  <a:ea typeface="Arial" panose="020B0604020202090204"/>
                  <a:cs typeface="Arial" panose="020B0604020202090204"/>
                </a:defRPr>
              </a:lvl5pPr>
              <a:lvl6pPr algn="ctr">
                <a:defRPr sz="2700" b="0">
                  <a:solidFill>
                    <a:srgbClr val="172C43"/>
                  </a:solidFill>
                  <a:latin typeface="Arial" panose="020B0604020202090204"/>
                  <a:ea typeface="Arial" panose="020B0604020202090204"/>
                  <a:cs typeface="Arial" panose="020B0604020202090204"/>
                </a:defRPr>
              </a:lvl6pPr>
              <a:lvl7pPr algn="ctr">
                <a:defRPr sz="2700" b="0">
                  <a:solidFill>
                    <a:srgbClr val="172C43"/>
                  </a:solidFill>
                  <a:latin typeface="Arial" panose="020B0604020202090204"/>
                  <a:ea typeface="Arial" panose="020B0604020202090204"/>
                  <a:cs typeface="Arial" panose="020B0604020202090204"/>
                </a:defRPr>
              </a:lvl7pPr>
              <a:lvl8pPr algn="ctr">
                <a:defRPr sz="2700" b="0">
                  <a:solidFill>
                    <a:srgbClr val="172C43"/>
                  </a:solidFill>
                  <a:latin typeface="Arial" panose="020B0604020202090204"/>
                  <a:ea typeface="Arial" panose="020B0604020202090204"/>
                  <a:cs typeface="Arial" panose="020B0604020202090204"/>
                </a:defRPr>
              </a:lvl8pPr>
              <a:lvl9pPr algn="ctr">
                <a:defRPr sz="2700" b="0">
                  <a:solidFill>
                    <a:srgbClr val="172C43"/>
                  </a:solidFill>
                  <a:latin typeface="Arial" panose="020B0604020202090204"/>
                  <a:ea typeface="Arial" panose="020B0604020202090204"/>
                  <a:cs typeface="Arial" panose="020B0604020202090204"/>
                </a:defRPr>
              </a:lvl9pPr>
            </a:lstStyle>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STAKEHOLDERS</a:t>
              </a:r>
              <a:endParaRPr sz="27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700" b="0">
                  <a:solidFill>
                    <a:srgbClr val="172C43"/>
                  </a:solidFill>
                  <a:latin typeface="Arial" panose="020B0604020202090204"/>
                  <a:ea typeface="Arial" panose="020B0604020202090204"/>
                  <a:cs typeface="Arial" panose="020B0604020202090204"/>
                </a:defRPr>
              </a:pPr>
              <a:r>
                <a:rPr sz="2700" b="0">
                  <a:solidFill>
                    <a:srgbClr val="172C43"/>
                  </a:solidFill>
                  <a:latin typeface="Times New Roman Regular" panose="02020503050405090304" charset="0"/>
                  <a:ea typeface="Arial" panose="020B0604020202090204"/>
                  <a:cs typeface="Times New Roman Regular" panose="02020503050405090304" charset="0"/>
                </a:rPr>
                <a:t>Portfolio managers · Risk teams · Computing operations · Clients</a:t>
              </a:r>
              <a:endParaRPr sz="27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80" name="panel-71"/>
            <p:cNvSpPr>
              <a:spLocks noGrp="1"/>
            </p:cNvSpPr>
            <p:nvPr/>
          </p:nvSpPr>
          <p:spPr>
            <a:xfrm>
              <a:off x="45139" y="20250"/>
              <a:ext cx="20769" cy="2625"/>
            </a:xfrm>
            <a:prstGeom prst="rect">
              <a:avLst/>
            </a:prstGeom>
            <a:solidFill>
              <a:srgbClr val="EEF6F6"/>
            </a:solidFill>
            <a:ln w="14288">
              <a:solidFill>
                <a:srgbClr val="B9CDDA"/>
              </a:solidFill>
            </a:ln>
          </p:spPr>
        </p:sp>
        <p:sp>
          <p:nvSpPr>
            <p:cNvPr id="81" name="text-72"/>
            <p:cNvSpPr>
              <a:spLocks noGrp="1"/>
            </p:cNvSpPr>
            <p:nvPr/>
          </p:nvSpPr>
          <p:spPr>
            <a:xfrm>
              <a:off x="45409" y="20475"/>
              <a:ext cx="20229" cy="2250"/>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endParaRPr>
                <a:latin typeface="Times New Roman Regular" panose="02020503050405090304" charset="0"/>
                <a:cs typeface="Times New Roman Regular" panose="02020503050405090304" charset="0"/>
              </a:endParaRPr>
            </a:p>
          </p:txBody>
        </p:sp>
        <p:sp>
          <p:nvSpPr>
            <p:cNvPr id="82" name="text-73"/>
            <p:cNvSpPr>
              <a:spLocks noGrp="1"/>
            </p:cNvSpPr>
            <p:nvPr/>
          </p:nvSpPr>
          <p:spPr>
            <a:xfrm>
              <a:off x="45439" y="20475"/>
              <a:ext cx="20169" cy="675"/>
            </a:xfrm>
            <a:prstGeom prst="rect">
              <a:avLst/>
            </a:prstGeom>
            <a:noFill/>
            <a:ln>
              <a:noFill/>
            </a:ln>
          </p:spPr>
          <p:txBody>
            <a:bodyPr wrap="square" lIns="0" tIns="0" rIns="0" bIns="0" anchor="t">
              <a:noAutofit/>
            </a:bodyPr>
            <a:lstStyle>
              <a:defPPr algn="ctr">
                <a:defRPr sz="2400" b="1">
                  <a:solidFill>
                    <a:srgbClr val="073A85"/>
                  </a:solidFill>
                  <a:latin typeface="Arial" panose="020B0604020202090204"/>
                  <a:ea typeface="Arial" panose="020B0604020202090204"/>
                  <a:cs typeface="Arial" panose="020B0604020202090204"/>
                </a:defRPr>
              </a:defPPr>
              <a:lvl1pPr algn="ctr">
                <a:defRPr sz="2400" b="1">
                  <a:solidFill>
                    <a:srgbClr val="073A85"/>
                  </a:solidFill>
                  <a:latin typeface="Arial" panose="020B0604020202090204"/>
                  <a:ea typeface="Arial" panose="020B0604020202090204"/>
                  <a:cs typeface="Arial" panose="020B0604020202090204"/>
                </a:defRPr>
              </a:lvl1pPr>
              <a:lvl2pPr algn="ctr">
                <a:defRPr sz="2400" b="1">
                  <a:solidFill>
                    <a:srgbClr val="073A85"/>
                  </a:solidFill>
                  <a:latin typeface="Arial" panose="020B0604020202090204"/>
                  <a:ea typeface="Arial" panose="020B0604020202090204"/>
                  <a:cs typeface="Arial" panose="020B0604020202090204"/>
                </a:defRPr>
              </a:lvl2pPr>
              <a:lvl3pPr algn="ctr">
                <a:defRPr sz="2400" b="1">
                  <a:solidFill>
                    <a:srgbClr val="073A85"/>
                  </a:solidFill>
                  <a:latin typeface="Arial" panose="020B0604020202090204"/>
                  <a:ea typeface="Arial" panose="020B0604020202090204"/>
                  <a:cs typeface="Arial" panose="020B0604020202090204"/>
                </a:defRPr>
              </a:lvl3pPr>
              <a:lvl4pPr algn="ctr">
                <a:defRPr sz="2400" b="1">
                  <a:solidFill>
                    <a:srgbClr val="073A85"/>
                  </a:solidFill>
                  <a:latin typeface="Arial" panose="020B0604020202090204"/>
                  <a:ea typeface="Arial" panose="020B0604020202090204"/>
                  <a:cs typeface="Arial" panose="020B0604020202090204"/>
                </a:defRPr>
              </a:lvl4pPr>
              <a:lvl5pPr algn="ctr">
                <a:defRPr sz="2400" b="1">
                  <a:solidFill>
                    <a:srgbClr val="073A85"/>
                  </a:solidFill>
                  <a:latin typeface="Arial" panose="020B0604020202090204"/>
                  <a:ea typeface="Arial" panose="020B0604020202090204"/>
                  <a:cs typeface="Arial" panose="020B0604020202090204"/>
                </a:defRPr>
              </a:lvl5pPr>
              <a:lvl6pPr algn="ctr">
                <a:defRPr sz="2400" b="1">
                  <a:solidFill>
                    <a:srgbClr val="073A85"/>
                  </a:solidFill>
                  <a:latin typeface="Arial" panose="020B0604020202090204"/>
                  <a:ea typeface="Arial" panose="020B0604020202090204"/>
                  <a:cs typeface="Arial" panose="020B0604020202090204"/>
                </a:defRPr>
              </a:lvl6pPr>
              <a:lvl7pPr algn="ctr">
                <a:defRPr sz="2400" b="1">
                  <a:solidFill>
                    <a:srgbClr val="073A85"/>
                  </a:solidFill>
                  <a:latin typeface="Arial" panose="020B0604020202090204"/>
                  <a:ea typeface="Arial" panose="020B0604020202090204"/>
                  <a:cs typeface="Arial" panose="020B0604020202090204"/>
                </a:defRPr>
              </a:lvl7pPr>
              <a:lvl8pPr algn="ctr">
                <a:defRPr sz="2400" b="1">
                  <a:solidFill>
                    <a:srgbClr val="073A85"/>
                  </a:solidFill>
                  <a:latin typeface="Arial" panose="020B0604020202090204"/>
                  <a:ea typeface="Arial" panose="020B0604020202090204"/>
                  <a:cs typeface="Arial" panose="020B0604020202090204"/>
                </a:defRPr>
              </a:lvl8pPr>
              <a:lvl9pPr algn="ctr">
                <a:defRPr sz="2400" b="1">
                  <a:solidFill>
                    <a:srgbClr val="073A85"/>
                  </a:solidFill>
                  <a:latin typeface="Arial" panose="020B0604020202090204"/>
                  <a:ea typeface="Arial" panose="020B0604020202090204"/>
                  <a:cs typeface="Arial" panose="020B0604020202090204"/>
                </a:defRPr>
              </a:lvl9pPr>
            </a:lstStyle>
            <a:p>
              <a:pPr algn="ctr">
                <a:defRPr sz="2400" b="1">
                  <a:solidFill>
                    <a:srgbClr val="073A85"/>
                  </a:solidFill>
                  <a:latin typeface="Arial" panose="020B0604020202090204"/>
                  <a:ea typeface="Arial" panose="020B0604020202090204"/>
                  <a:cs typeface="Arial" panose="020B0604020202090204"/>
                </a:defRPr>
              </a:pPr>
              <a:r>
                <a:rPr sz="2400" b="1">
                  <a:solidFill>
                    <a:srgbClr val="073A85"/>
                  </a:solidFill>
                  <a:latin typeface="Times New Roman Regular" panose="02020503050405090304" charset="0"/>
                  <a:ea typeface="Arial" panose="020B0604020202090204"/>
                  <a:cs typeface="Times New Roman Regular" panose="02020503050405090304" charset="0"/>
                </a:rPr>
                <a:t>SIMULATED INDICATORS</a:t>
              </a:r>
              <a:endParaRPr sz="2400"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83" name="text-74"/>
            <p:cNvSpPr>
              <a:spLocks noGrp="1"/>
            </p:cNvSpPr>
            <p:nvPr/>
          </p:nvSpPr>
          <p:spPr>
            <a:xfrm>
              <a:off x="45514" y="21300"/>
              <a:ext cx="9935" cy="1425"/>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pPr algn="ctr">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Pure FPA</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C = 101.35     Eligible access = 20.29%</a:t>
              </a:r>
              <a:endParaRPr sz="247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84" name="text-75"/>
            <p:cNvSpPr>
              <a:spLocks noGrp="1"/>
            </p:cNvSpPr>
            <p:nvPr/>
          </p:nvSpPr>
          <p:spPr>
            <a:xfrm>
              <a:off x="55598" y="21300"/>
              <a:ext cx="9935" cy="1425"/>
            </a:xfrm>
            <a:prstGeom prst="rect">
              <a:avLst/>
            </a:prstGeom>
            <a:noFill/>
            <a:ln>
              <a:noFill/>
            </a:ln>
          </p:spPr>
          <p:txBody>
            <a:bodyPr wrap="square" lIns="0" tIns="0" rIns="0" bIns="0" anchor="t">
              <a:noAutofit/>
            </a:bodyPr>
            <a:lstStyle>
              <a:defPPr algn="ctr">
                <a:defRPr sz="2475" b="0">
                  <a:solidFill>
                    <a:srgbClr val="172C43"/>
                  </a:solidFill>
                  <a:latin typeface="Arial" panose="020B0604020202090204"/>
                  <a:ea typeface="Arial" panose="020B0604020202090204"/>
                  <a:cs typeface="Arial" panose="020B0604020202090204"/>
                </a:defRPr>
              </a:defPPr>
              <a:lvl1pPr algn="ctr">
                <a:defRPr sz="2475" b="0">
                  <a:solidFill>
                    <a:srgbClr val="172C43"/>
                  </a:solidFill>
                  <a:latin typeface="Arial" panose="020B0604020202090204"/>
                  <a:ea typeface="Arial" panose="020B0604020202090204"/>
                  <a:cs typeface="Arial" panose="020B0604020202090204"/>
                </a:defRPr>
              </a:lvl1pPr>
              <a:lvl2pPr algn="ctr">
                <a:defRPr sz="2475" b="0">
                  <a:solidFill>
                    <a:srgbClr val="172C43"/>
                  </a:solidFill>
                  <a:latin typeface="Arial" panose="020B0604020202090204"/>
                  <a:ea typeface="Arial" panose="020B0604020202090204"/>
                  <a:cs typeface="Arial" panose="020B0604020202090204"/>
                </a:defRPr>
              </a:lvl2pPr>
              <a:lvl3pPr algn="ctr">
                <a:defRPr sz="2475" b="0">
                  <a:solidFill>
                    <a:srgbClr val="172C43"/>
                  </a:solidFill>
                  <a:latin typeface="Arial" panose="020B0604020202090204"/>
                  <a:ea typeface="Arial" panose="020B0604020202090204"/>
                  <a:cs typeface="Arial" panose="020B0604020202090204"/>
                </a:defRPr>
              </a:lvl3pPr>
              <a:lvl4pPr algn="ctr">
                <a:defRPr sz="2475" b="0">
                  <a:solidFill>
                    <a:srgbClr val="172C43"/>
                  </a:solidFill>
                  <a:latin typeface="Arial" panose="020B0604020202090204"/>
                  <a:ea typeface="Arial" panose="020B0604020202090204"/>
                  <a:cs typeface="Arial" panose="020B0604020202090204"/>
                </a:defRPr>
              </a:lvl4pPr>
              <a:lvl5pPr algn="ctr">
                <a:defRPr sz="2475" b="0">
                  <a:solidFill>
                    <a:srgbClr val="172C43"/>
                  </a:solidFill>
                  <a:latin typeface="Arial" panose="020B0604020202090204"/>
                  <a:ea typeface="Arial" panose="020B0604020202090204"/>
                  <a:cs typeface="Arial" panose="020B0604020202090204"/>
                </a:defRPr>
              </a:lvl5pPr>
              <a:lvl6pPr algn="ctr">
                <a:defRPr sz="2475" b="0">
                  <a:solidFill>
                    <a:srgbClr val="172C43"/>
                  </a:solidFill>
                  <a:latin typeface="Arial" panose="020B0604020202090204"/>
                  <a:ea typeface="Arial" panose="020B0604020202090204"/>
                  <a:cs typeface="Arial" panose="020B0604020202090204"/>
                </a:defRPr>
              </a:lvl6pPr>
              <a:lvl7pPr algn="ctr">
                <a:defRPr sz="2475" b="0">
                  <a:solidFill>
                    <a:srgbClr val="172C43"/>
                  </a:solidFill>
                  <a:latin typeface="Arial" panose="020B0604020202090204"/>
                  <a:ea typeface="Arial" panose="020B0604020202090204"/>
                  <a:cs typeface="Arial" panose="020B0604020202090204"/>
                </a:defRPr>
              </a:lvl7pPr>
              <a:lvl8pPr algn="ctr">
                <a:defRPr sz="2475" b="0">
                  <a:solidFill>
                    <a:srgbClr val="172C43"/>
                  </a:solidFill>
                  <a:latin typeface="Arial" panose="020B0604020202090204"/>
                  <a:ea typeface="Arial" panose="020B0604020202090204"/>
                  <a:cs typeface="Arial" panose="020B0604020202090204"/>
                </a:defRPr>
              </a:lvl8pPr>
              <a:lvl9pPr algn="ctr">
                <a:defRPr sz="2475" b="0">
                  <a:solidFill>
                    <a:srgbClr val="172C43"/>
                  </a:solidFill>
                  <a:latin typeface="Arial" panose="020B0604020202090204"/>
                  <a:ea typeface="Arial" panose="020B0604020202090204"/>
                  <a:cs typeface="Arial" panose="020B0604020202090204"/>
                </a:defRPr>
              </a:lvl9pPr>
            </a:lstStyle>
            <a:p>
              <a:pPr algn="ctr">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Hybrid</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C = 137.95     Eligible access = 66.70%</a:t>
              </a:r>
              <a:endParaRPr sz="247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86" name="text-76"/>
            <p:cNvSpPr>
              <a:spLocks noGrp="1"/>
            </p:cNvSpPr>
            <p:nvPr/>
          </p:nvSpPr>
          <p:spPr>
            <a:xfrm>
              <a:off x="45139" y="23400"/>
              <a:ext cx="10122" cy="720"/>
            </a:xfrm>
            <a:prstGeom prst="rect">
              <a:avLst/>
            </a:prstGeom>
            <a:noFill/>
            <a:ln>
              <a:noFill/>
            </a:ln>
          </p:spPr>
          <p:txBody>
            <a:bodyPr wrap="square" lIns="0" tIns="0" rIns="0" bIns="0" anchor="t">
              <a:noAutofit/>
            </a:bodyPr>
            <a:lstStyle>
              <a:defPPr algn="l">
                <a:defRPr sz="2625" b="1">
                  <a:solidFill>
                    <a:srgbClr val="073A85"/>
                  </a:solidFill>
                  <a:latin typeface="Arial" panose="020B0604020202090204"/>
                  <a:ea typeface="Arial" panose="020B0604020202090204"/>
                  <a:cs typeface="Arial" panose="020B0604020202090204"/>
                </a:defRPr>
              </a:defPPr>
              <a:lvl1pPr algn="l">
                <a:defRPr sz="2625" b="1">
                  <a:solidFill>
                    <a:srgbClr val="073A85"/>
                  </a:solidFill>
                  <a:latin typeface="Arial" panose="020B0604020202090204"/>
                  <a:ea typeface="Arial" panose="020B0604020202090204"/>
                  <a:cs typeface="Arial" panose="020B0604020202090204"/>
                </a:defRPr>
              </a:lvl1pPr>
              <a:lvl2pPr algn="l">
                <a:defRPr sz="2625" b="1">
                  <a:solidFill>
                    <a:srgbClr val="073A85"/>
                  </a:solidFill>
                  <a:latin typeface="Arial" panose="020B0604020202090204"/>
                  <a:ea typeface="Arial" panose="020B0604020202090204"/>
                  <a:cs typeface="Arial" panose="020B0604020202090204"/>
                </a:defRPr>
              </a:lvl2pPr>
              <a:lvl3pPr algn="l">
                <a:defRPr sz="2625" b="1">
                  <a:solidFill>
                    <a:srgbClr val="073A85"/>
                  </a:solidFill>
                  <a:latin typeface="Arial" panose="020B0604020202090204"/>
                  <a:ea typeface="Arial" panose="020B0604020202090204"/>
                  <a:cs typeface="Arial" panose="020B0604020202090204"/>
                </a:defRPr>
              </a:lvl3pPr>
              <a:lvl4pPr algn="l">
                <a:defRPr sz="2625" b="1">
                  <a:solidFill>
                    <a:srgbClr val="073A85"/>
                  </a:solidFill>
                  <a:latin typeface="Arial" panose="020B0604020202090204"/>
                  <a:ea typeface="Arial" panose="020B0604020202090204"/>
                  <a:cs typeface="Arial" panose="020B0604020202090204"/>
                </a:defRPr>
              </a:lvl4pPr>
              <a:lvl5pPr algn="l">
                <a:defRPr sz="2625" b="1">
                  <a:solidFill>
                    <a:srgbClr val="073A85"/>
                  </a:solidFill>
                  <a:latin typeface="Arial" panose="020B0604020202090204"/>
                  <a:ea typeface="Arial" panose="020B0604020202090204"/>
                  <a:cs typeface="Arial" panose="020B0604020202090204"/>
                </a:defRPr>
              </a:lvl5pPr>
              <a:lvl6pPr algn="l">
                <a:defRPr sz="2625" b="1">
                  <a:solidFill>
                    <a:srgbClr val="073A85"/>
                  </a:solidFill>
                  <a:latin typeface="Arial" panose="020B0604020202090204"/>
                  <a:ea typeface="Arial" panose="020B0604020202090204"/>
                  <a:cs typeface="Arial" panose="020B0604020202090204"/>
                </a:defRPr>
              </a:lvl6pPr>
              <a:lvl7pPr algn="l">
                <a:defRPr sz="2625" b="1">
                  <a:solidFill>
                    <a:srgbClr val="073A85"/>
                  </a:solidFill>
                  <a:latin typeface="Arial" panose="020B0604020202090204"/>
                  <a:ea typeface="Arial" panose="020B0604020202090204"/>
                  <a:cs typeface="Arial" panose="020B0604020202090204"/>
                </a:defRPr>
              </a:lvl7pPr>
              <a:lvl8pPr algn="l">
                <a:defRPr sz="2625" b="1">
                  <a:solidFill>
                    <a:srgbClr val="073A85"/>
                  </a:solidFill>
                  <a:latin typeface="Arial" panose="020B0604020202090204"/>
                  <a:ea typeface="Arial" panose="020B0604020202090204"/>
                  <a:cs typeface="Arial" panose="020B0604020202090204"/>
                </a:defRPr>
              </a:lvl8pPr>
              <a:lvl9pPr algn="l">
                <a:defRPr sz="2625" b="1">
                  <a:solidFill>
                    <a:srgbClr val="073A85"/>
                  </a:solidFill>
                  <a:latin typeface="Arial" panose="020B0604020202090204"/>
                  <a:ea typeface="Arial" panose="020B0604020202090204"/>
                  <a:cs typeface="Arial" panose="020B0604020202090204"/>
                </a:defRPr>
              </a:lvl9pPr>
            </a:lstStyle>
            <a:p>
              <a:pPr algn="l">
                <a:defRPr sz="2625" b="1">
                  <a:solidFill>
                    <a:srgbClr val="073A85"/>
                  </a:solidFill>
                  <a:latin typeface="Arial" panose="020B0604020202090204"/>
                  <a:ea typeface="Arial" panose="020B0604020202090204"/>
                  <a:cs typeface="Arial" panose="020B0604020202090204"/>
                </a:defRPr>
              </a:pPr>
              <a:r>
                <a:rPr sz="2625">
                  <a:solidFill>
                    <a:srgbClr val="073A85"/>
                  </a:solidFill>
                  <a:latin typeface="Times New Roman" panose="02020503050405090304" charset="0"/>
                  <a:ea typeface="Arial" panose="020B0604020202090204"/>
                  <a:cs typeface="Times New Roman" panose="02020503050405090304" charset="0"/>
                </a:rPr>
                <a:t>POSSIBLE HARMS</a:t>
              </a:r>
              <a:endParaRPr sz="2625">
                <a:solidFill>
                  <a:srgbClr val="073A85"/>
                </a:solidFill>
                <a:latin typeface="Times New Roman" panose="02020503050405090304" charset="0"/>
                <a:ea typeface="Arial" panose="020B0604020202090204"/>
                <a:cs typeface="Times New Roman" panose="02020503050405090304" charset="0"/>
              </a:endParaRPr>
            </a:p>
          </p:txBody>
        </p:sp>
        <p:sp>
          <p:nvSpPr>
            <p:cNvPr id="87" name="text-77"/>
            <p:cNvSpPr>
              <a:spLocks noGrp="1"/>
            </p:cNvSpPr>
            <p:nvPr/>
          </p:nvSpPr>
          <p:spPr>
            <a:xfrm>
              <a:off x="45139" y="24300"/>
              <a:ext cx="10122" cy="2550"/>
            </a:xfrm>
            <a:prstGeom prst="rect">
              <a:avLst/>
            </a:prstGeom>
            <a:noFill/>
            <a:ln>
              <a:noFill/>
            </a:ln>
          </p:spPr>
          <p:txBody>
            <a:bodyPr wrap="square" lIns="0" tIns="0" rIns="0" bIns="0" anchor="t">
              <a:noAutofit/>
            </a:bodyPr>
            <a:lstStyle>
              <a:defPPr algn="l">
                <a:defRPr sz="2475" b="0">
                  <a:solidFill>
                    <a:srgbClr val="172C43"/>
                  </a:solidFill>
                  <a:latin typeface="Arial" panose="020B0604020202090204"/>
                  <a:ea typeface="Arial" panose="020B0604020202090204"/>
                  <a:cs typeface="Arial" panose="020B0604020202090204"/>
                </a:defRPr>
              </a:defPPr>
              <a:lvl1pPr algn="l">
                <a:defRPr sz="2475" b="0">
                  <a:solidFill>
                    <a:srgbClr val="172C43"/>
                  </a:solidFill>
                  <a:latin typeface="Arial" panose="020B0604020202090204"/>
                  <a:ea typeface="Arial" panose="020B0604020202090204"/>
                  <a:cs typeface="Arial" panose="020B0604020202090204"/>
                </a:defRPr>
              </a:lvl1pPr>
              <a:lvl2pPr algn="l">
                <a:defRPr sz="2475" b="0">
                  <a:solidFill>
                    <a:srgbClr val="172C43"/>
                  </a:solidFill>
                  <a:latin typeface="Arial" panose="020B0604020202090204"/>
                  <a:ea typeface="Arial" panose="020B0604020202090204"/>
                  <a:cs typeface="Arial" panose="020B0604020202090204"/>
                </a:defRPr>
              </a:lvl2pPr>
              <a:lvl3pPr algn="l">
                <a:defRPr sz="2475" b="0">
                  <a:solidFill>
                    <a:srgbClr val="172C43"/>
                  </a:solidFill>
                  <a:latin typeface="Arial" panose="020B0604020202090204"/>
                  <a:ea typeface="Arial" panose="020B0604020202090204"/>
                  <a:cs typeface="Arial" panose="020B0604020202090204"/>
                </a:defRPr>
              </a:lvl3pPr>
              <a:lvl4pPr algn="l">
                <a:defRPr sz="2475" b="0">
                  <a:solidFill>
                    <a:srgbClr val="172C43"/>
                  </a:solidFill>
                  <a:latin typeface="Arial" panose="020B0604020202090204"/>
                  <a:ea typeface="Arial" panose="020B0604020202090204"/>
                  <a:cs typeface="Arial" panose="020B0604020202090204"/>
                </a:defRPr>
              </a:lvl4pPr>
              <a:lvl5pPr algn="l">
                <a:defRPr sz="2475" b="0">
                  <a:solidFill>
                    <a:srgbClr val="172C43"/>
                  </a:solidFill>
                  <a:latin typeface="Arial" panose="020B0604020202090204"/>
                  <a:ea typeface="Arial" panose="020B0604020202090204"/>
                  <a:cs typeface="Arial" panose="020B0604020202090204"/>
                </a:defRPr>
              </a:lvl5pPr>
              <a:lvl6pPr algn="l">
                <a:defRPr sz="2475" b="0">
                  <a:solidFill>
                    <a:srgbClr val="172C43"/>
                  </a:solidFill>
                  <a:latin typeface="Arial" panose="020B0604020202090204"/>
                  <a:ea typeface="Arial" panose="020B0604020202090204"/>
                  <a:cs typeface="Arial" panose="020B0604020202090204"/>
                </a:defRPr>
              </a:lvl6pPr>
              <a:lvl7pPr algn="l">
                <a:defRPr sz="2475" b="0">
                  <a:solidFill>
                    <a:srgbClr val="172C43"/>
                  </a:solidFill>
                  <a:latin typeface="Arial" panose="020B0604020202090204"/>
                  <a:ea typeface="Arial" panose="020B0604020202090204"/>
                  <a:cs typeface="Arial" panose="020B0604020202090204"/>
                </a:defRPr>
              </a:lvl7pPr>
              <a:lvl8pPr algn="l">
                <a:defRPr sz="2475" b="0">
                  <a:solidFill>
                    <a:srgbClr val="172C43"/>
                  </a:solidFill>
                  <a:latin typeface="Arial" panose="020B0604020202090204"/>
                  <a:ea typeface="Arial" panose="020B0604020202090204"/>
                  <a:cs typeface="Arial" panose="020B0604020202090204"/>
                </a:defRPr>
              </a:lvl8pPr>
              <a:lvl9pPr algn="l">
                <a:defRPr sz="2475" b="0">
                  <a:solidFill>
                    <a:srgbClr val="172C43"/>
                  </a:solidFill>
                  <a:latin typeface="Arial" panose="020B0604020202090204"/>
                  <a:ea typeface="Arial" panose="020B0604020202090204"/>
                  <a:cs typeface="Arial" panose="020B0604020202090204"/>
                </a:defRPr>
              </a:lvl9pPr>
            </a:lstStyle>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Score gaming or classification error</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Biased access and data leakage</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Coverage mistaken for avoided loss</a:t>
              </a:r>
              <a:endParaRPr sz="247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88" name="text-78"/>
            <p:cNvSpPr>
              <a:spLocks noGrp="1"/>
            </p:cNvSpPr>
            <p:nvPr/>
          </p:nvSpPr>
          <p:spPr>
            <a:xfrm>
              <a:off x="55786" y="23400"/>
              <a:ext cx="10122" cy="720"/>
            </a:xfrm>
            <a:prstGeom prst="rect">
              <a:avLst/>
            </a:prstGeom>
            <a:noFill/>
            <a:ln>
              <a:noFill/>
            </a:ln>
          </p:spPr>
          <p:txBody>
            <a:bodyPr wrap="square" lIns="0" tIns="0" rIns="0" bIns="0" anchor="t">
              <a:noAutofit/>
            </a:bodyPr>
            <a:lstStyle>
              <a:defPPr algn="l">
                <a:defRPr sz="2625" b="1">
                  <a:solidFill>
                    <a:srgbClr val="087F82"/>
                  </a:solidFill>
                  <a:latin typeface="Arial" panose="020B0604020202090204"/>
                  <a:ea typeface="Arial" panose="020B0604020202090204"/>
                  <a:cs typeface="Arial" panose="020B0604020202090204"/>
                </a:defRPr>
              </a:defPPr>
              <a:lvl1pPr algn="l">
                <a:defRPr sz="2625" b="1">
                  <a:solidFill>
                    <a:srgbClr val="087F82"/>
                  </a:solidFill>
                  <a:latin typeface="Arial" panose="020B0604020202090204"/>
                  <a:ea typeface="Arial" panose="020B0604020202090204"/>
                  <a:cs typeface="Arial" panose="020B0604020202090204"/>
                </a:defRPr>
              </a:lvl1pPr>
              <a:lvl2pPr algn="l">
                <a:defRPr sz="2625" b="1">
                  <a:solidFill>
                    <a:srgbClr val="087F82"/>
                  </a:solidFill>
                  <a:latin typeface="Arial" panose="020B0604020202090204"/>
                  <a:ea typeface="Arial" panose="020B0604020202090204"/>
                  <a:cs typeface="Arial" panose="020B0604020202090204"/>
                </a:defRPr>
              </a:lvl2pPr>
              <a:lvl3pPr algn="l">
                <a:defRPr sz="2625" b="1">
                  <a:solidFill>
                    <a:srgbClr val="087F82"/>
                  </a:solidFill>
                  <a:latin typeface="Arial" panose="020B0604020202090204"/>
                  <a:ea typeface="Arial" panose="020B0604020202090204"/>
                  <a:cs typeface="Arial" panose="020B0604020202090204"/>
                </a:defRPr>
              </a:lvl3pPr>
              <a:lvl4pPr algn="l">
                <a:defRPr sz="2625" b="1">
                  <a:solidFill>
                    <a:srgbClr val="087F82"/>
                  </a:solidFill>
                  <a:latin typeface="Arial" panose="020B0604020202090204"/>
                  <a:ea typeface="Arial" panose="020B0604020202090204"/>
                  <a:cs typeface="Arial" panose="020B0604020202090204"/>
                </a:defRPr>
              </a:lvl4pPr>
              <a:lvl5pPr algn="l">
                <a:defRPr sz="2625" b="1">
                  <a:solidFill>
                    <a:srgbClr val="087F82"/>
                  </a:solidFill>
                  <a:latin typeface="Arial" panose="020B0604020202090204"/>
                  <a:ea typeface="Arial" panose="020B0604020202090204"/>
                  <a:cs typeface="Arial" panose="020B0604020202090204"/>
                </a:defRPr>
              </a:lvl5pPr>
              <a:lvl6pPr algn="l">
                <a:defRPr sz="2625" b="1">
                  <a:solidFill>
                    <a:srgbClr val="087F82"/>
                  </a:solidFill>
                  <a:latin typeface="Arial" panose="020B0604020202090204"/>
                  <a:ea typeface="Arial" panose="020B0604020202090204"/>
                  <a:cs typeface="Arial" panose="020B0604020202090204"/>
                </a:defRPr>
              </a:lvl6pPr>
              <a:lvl7pPr algn="l">
                <a:defRPr sz="2625" b="1">
                  <a:solidFill>
                    <a:srgbClr val="087F82"/>
                  </a:solidFill>
                  <a:latin typeface="Arial" panose="020B0604020202090204"/>
                  <a:ea typeface="Arial" panose="020B0604020202090204"/>
                  <a:cs typeface="Arial" panose="020B0604020202090204"/>
                </a:defRPr>
              </a:lvl7pPr>
              <a:lvl8pPr algn="l">
                <a:defRPr sz="2625" b="1">
                  <a:solidFill>
                    <a:srgbClr val="087F82"/>
                  </a:solidFill>
                  <a:latin typeface="Arial" panose="020B0604020202090204"/>
                  <a:ea typeface="Arial" panose="020B0604020202090204"/>
                  <a:cs typeface="Arial" panose="020B0604020202090204"/>
                </a:defRPr>
              </a:lvl8pPr>
              <a:lvl9pPr algn="l">
                <a:defRPr sz="2625" b="1">
                  <a:solidFill>
                    <a:srgbClr val="087F82"/>
                  </a:solidFill>
                  <a:latin typeface="Arial" panose="020B0604020202090204"/>
                  <a:ea typeface="Arial" panose="020B0604020202090204"/>
                  <a:cs typeface="Arial" panose="020B0604020202090204"/>
                </a:defRPr>
              </a:lvl9pPr>
            </a:lstStyle>
            <a:p>
              <a:pPr algn="l">
                <a:defRPr sz="2625" b="1">
                  <a:solidFill>
                    <a:srgbClr val="087F82"/>
                  </a:solidFill>
                  <a:latin typeface="Arial" panose="020B0604020202090204"/>
                  <a:ea typeface="Arial" panose="020B0604020202090204"/>
                  <a:cs typeface="Arial" panose="020B0604020202090204"/>
                </a:defRPr>
              </a:pPr>
              <a:r>
                <a:rPr sz="2625" b="1">
                  <a:solidFill>
                    <a:srgbClr val="087F82"/>
                  </a:solidFill>
                  <a:latin typeface="Times New Roman Regular" panose="02020503050405090304" charset="0"/>
                  <a:ea typeface="Arial" panose="020B0604020202090204"/>
                  <a:cs typeface="Times New Roman Regular" panose="02020503050405090304" charset="0"/>
                </a:rPr>
                <a:t>PROPOSED SAFEGUARDS</a:t>
              </a:r>
              <a:endParaRPr sz="2625"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89" name="text-79"/>
            <p:cNvSpPr>
              <a:spLocks noGrp="1"/>
            </p:cNvSpPr>
            <p:nvPr/>
          </p:nvSpPr>
          <p:spPr>
            <a:xfrm>
              <a:off x="55786" y="24300"/>
              <a:ext cx="10122" cy="2550"/>
            </a:xfrm>
            <a:prstGeom prst="rect">
              <a:avLst/>
            </a:prstGeom>
            <a:noFill/>
            <a:ln>
              <a:noFill/>
            </a:ln>
          </p:spPr>
          <p:txBody>
            <a:bodyPr wrap="square" lIns="0" tIns="0" rIns="0" bIns="0" anchor="t">
              <a:noAutofit/>
            </a:bodyPr>
            <a:lstStyle>
              <a:defPPr algn="l">
                <a:defRPr sz="2475" b="0">
                  <a:solidFill>
                    <a:srgbClr val="172C43"/>
                  </a:solidFill>
                  <a:latin typeface="Arial" panose="020B0604020202090204"/>
                  <a:ea typeface="Arial" panose="020B0604020202090204"/>
                  <a:cs typeface="Arial" panose="020B0604020202090204"/>
                </a:defRPr>
              </a:defPPr>
              <a:lvl1pPr algn="l">
                <a:defRPr sz="2475" b="0">
                  <a:solidFill>
                    <a:srgbClr val="172C43"/>
                  </a:solidFill>
                  <a:latin typeface="Arial" panose="020B0604020202090204"/>
                  <a:ea typeface="Arial" panose="020B0604020202090204"/>
                  <a:cs typeface="Arial" panose="020B0604020202090204"/>
                </a:defRPr>
              </a:lvl1pPr>
              <a:lvl2pPr algn="l">
                <a:defRPr sz="2475" b="0">
                  <a:solidFill>
                    <a:srgbClr val="172C43"/>
                  </a:solidFill>
                  <a:latin typeface="Arial" panose="020B0604020202090204"/>
                  <a:ea typeface="Arial" panose="020B0604020202090204"/>
                  <a:cs typeface="Arial" panose="020B0604020202090204"/>
                </a:defRPr>
              </a:lvl2pPr>
              <a:lvl3pPr algn="l">
                <a:defRPr sz="2475" b="0">
                  <a:solidFill>
                    <a:srgbClr val="172C43"/>
                  </a:solidFill>
                  <a:latin typeface="Arial" panose="020B0604020202090204"/>
                  <a:ea typeface="Arial" panose="020B0604020202090204"/>
                  <a:cs typeface="Arial" panose="020B0604020202090204"/>
                </a:defRPr>
              </a:lvl3pPr>
              <a:lvl4pPr algn="l">
                <a:defRPr sz="2475" b="0">
                  <a:solidFill>
                    <a:srgbClr val="172C43"/>
                  </a:solidFill>
                  <a:latin typeface="Arial" panose="020B0604020202090204"/>
                  <a:ea typeface="Arial" panose="020B0604020202090204"/>
                  <a:cs typeface="Arial" panose="020B0604020202090204"/>
                </a:defRPr>
              </a:lvl4pPr>
              <a:lvl5pPr algn="l">
                <a:defRPr sz="2475" b="0">
                  <a:solidFill>
                    <a:srgbClr val="172C43"/>
                  </a:solidFill>
                  <a:latin typeface="Arial" panose="020B0604020202090204"/>
                  <a:ea typeface="Arial" panose="020B0604020202090204"/>
                  <a:cs typeface="Arial" panose="020B0604020202090204"/>
                </a:defRPr>
              </a:lvl5pPr>
              <a:lvl6pPr algn="l">
                <a:defRPr sz="2475" b="0">
                  <a:solidFill>
                    <a:srgbClr val="172C43"/>
                  </a:solidFill>
                  <a:latin typeface="Arial" panose="020B0604020202090204"/>
                  <a:ea typeface="Arial" panose="020B0604020202090204"/>
                  <a:cs typeface="Arial" panose="020B0604020202090204"/>
                </a:defRPr>
              </a:lvl6pPr>
              <a:lvl7pPr algn="l">
                <a:defRPr sz="2475" b="0">
                  <a:solidFill>
                    <a:srgbClr val="172C43"/>
                  </a:solidFill>
                  <a:latin typeface="Arial" panose="020B0604020202090204"/>
                  <a:ea typeface="Arial" panose="020B0604020202090204"/>
                  <a:cs typeface="Arial" panose="020B0604020202090204"/>
                </a:defRPr>
              </a:lvl7pPr>
              <a:lvl8pPr algn="l">
                <a:defRPr sz="2475" b="0">
                  <a:solidFill>
                    <a:srgbClr val="172C43"/>
                  </a:solidFill>
                  <a:latin typeface="Arial" panose="020B0604020202090204"/>
                  <a:ea typeface="Arial" panose="020B0604020202090204"/>
                  <a:cs typeface="Arial" panose="020B0604020202090204"/>
                </a:defRPr>
              </a:lvl8pPr>
              <a:lvl9pPr algn="l">
                <a:defRPr sz="2475" b="0">
                  <a:solidFill>
                    <a:srgbClr val="172C43"/>
                  </a:solidFill>
                  <a:latin typeface="Arial" panose="020B0604020202090204"/>
                  <a:ea typeface="Arial" panose="020B0604020202090204"/>
                  <a:cs typeface="Arial" panose="020B0604020202090204"/>
                </a:defRPr>
              </a:lvl9pPr>
            </a:lstStyle>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Independent audits and r* tests</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Decision logs, correction and appeals</a:t>
              </a:r>
              <a:endParaRPr sz="2475" b="0">
                <a:solidFill>
                  <a:srgbClr val="172C43"/>
                </a:solidFill>
                <a:latin typeface="Times New Roman Regular" panose="02020503050405090304" charset="0"/>
                <a:ea typeface="Arial" panose="020B0604020202090204"/>
                <a:cs typeface="Times New Roman Regular" panose="02020503050405090304" charset="0"/>
              </a:endParaRPr>
            </a:p>
            <a:p>
              <a:pPr algn="l">
                <a:defRPr sz="2475" b="0">
                  <a:solidFill>
                    <a:srgbClr val="172C43"/>
                  </a:solidFill>
                  <a:latin typeface="Arial" panose="020B0604020202090204"/>
                  <a:ea typeface="Arial" panose="020B0604020202090204"/>
                  <a:cs typeface="Arial" panose="020B0604020202090204"/>
                </a:defRPr>
              </a:pPr>
              <a:r>
                <a:rPr sz="2475" b="0">
                  <a:solidFill>
                    <a:srgbClr val="172C43"/>
                  </a:solidFill>
                  <a:latin typeface="Times New Roman Regular" panose="02020503050405090304" charset="0"/>
                  <a:ea typeface="Arial" panose="020B0604020202090204"/>
                  <a:cs typeface="Times New Roman Regular" panose="02020503050405090304" charset="0"/>
                </a:rPr>
                <a:t>Shadow deployment before adoption</a:t>
              </a:r>
              <a:endParaRPr sz="247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90" name="panel-80"/>
            <p:cNvSpPr>
              <a:spLocks noGrp="1"/>
            </p:cNvSpPr>
            <p:nvPr/>
          </p:nvSpPr>
          <p:spPr>
            <a:xfrm>
              <a:off x="45139" y="27000"/>
              <a:ext cx="20769" cy="1425"/>
            </a:xfrm>
            <a:prstGeom prst="rect">
              <a:avLst/>
            </a:prstGeom>
            <a:solidFill>
              <a:srgbClr val="EEF6F6"/>
            </a:solidFill>
            <a:ln w="14288">
              <a:noFill/>
            </a:ln>
          </p:spPr>
        </p:sp>
        <p:sp>
          <p:nvSpPr>
            <p:cNvPr id="91" name="text-81"/>
            <p:cNvSpPr>
              <a:spLocks noGrp="1"/>
            </p:cNvSpPr>
            <p:nvPr/>
          </p:nvSpPr>
          <p:spPr>
            <a:xfrm>
              <a:off x="45364" y="27225"/>
              <a:ext cx="20319" cy="1125"/>
            </a:xfrm>
            <a:prstGeom prst="rect">
              <a:avLst/>
            </a:prstGeom>
            <a:noFill/>
            <a:ln>
              <a:noFill/>
            </a:ln>
          </p:spPr>
          <p:txBody>
            <a:bodyPr wrap="square" lIns="0" tIns="0" rIns="0" bIns="0" anchor="t">
              <a:noAutofit/>
            </a:bodyPr>
            <a:lstStyle>
              <a:defPPr algn="ctr">
                <a:defRPr sz="2625" b="1">
                  <a:solidFill>
                    <a:srgbClr val="172C43"/>
                  </a:solidFill>
                  <a:latin typeface="Arial" panose="020B0604020202090204"/>
                  <a:ea typeface="Arial" panose="020B0604020202090204"/>
                  <a:cs typeface="Arial" panose="020B0604020202090204"/>
                </a:defRPr>
              </a:defPPr>
              <a:lvl1pPr algn="ctr">
                <a:defRPr sz="2625" b="1">
                  <a:solidFill>
                    <a:srgbClr val="172C43"/>
                  </a:solidFill>
                  <a:latin typeface="Arial" panose="020B0604020202090204"/>
                  <a:ea typeface="Arial" panose="020B0604020202090204"/>
                  <a:cs typeface="Arial" panose="020B0604020202090204"/>
                </a:defRPr>
              </a:lvl1pPr>
              <a:lvl2pPr algn="ctr">
                <a:defRPr sz="2625" b="1">
                  <a:solidFill>
                    <a:srgbClr val="172C43"/>
                  </a:solidFill>
                  <a:latin typeface="Arial" panose="020B0604020202090204"/>
                  <a:ea typeface="Arial" panose="020B0604020202090204"/>
                  <a:cs typeface="Arial" panose="020B0604020202090204"/>
                </a:defRPr>
              </a:lvl2pPr>
              <a:lvl3pPr algn="ctr">
                <a:defRPr sz="2625" b="1">
                  <a:solidFill>
                    <a:srgbClr val="172C43"/>
                  </a:solidFill>
                  <a:latin typeface="Arial" panose="020B0604020202090204"/>
                  <a:ea typeface="Arial" panose="020B0604020202090204"/>
                  <a:cs typeface="Arial" panose="020B0604020202090204"/>
                </a:defRPr>
              </a:lvl3pPr>
              <a:lvl4pPr algn="ctr">
                <a:defRPr sz="2625" b="1">
                  <a:solidFill>
                    <a:srgbClr val="172C43"/>
                  </a:solidFill>
                  <a:latin typeface="Arial" panose="020B0604020202090204"/>
                  <a:ea typeface="Arial" panose="020B0604020202090204"/>
                  <a:cs typeface="Arial" panose="020B0604020202090204"/>
                </a:defRPr>
              </a:lvl4pPr>
              <a:lvl5pPr algn="ctr">
                <a:defRPr sz="2625" b="1">
                  <a:solidFill>
                    <a:srgbClr val="172C43"/>
                  </a:solidFill>
                  <a:latin typeface="Arial" panose="020B0604020202090204"/>
                  <a:ea typeface="Arial" panose="020B0604020202090204"/>
                  <a:cs typeface="Arial" panose="020B0604020202090204"/>
                </a:defRPr>
              </a:lvl5pPr>
              <a:lvl6pPr algn="ctr">
                <a:defRPr sz="2625" b="1">
                  <a:solidFill>
                    <a:srgbClr val="172C43"/>
                  </a:solidFill>
                  <a:latin typeface="Arial" panose="020B0604020202090204"/>
                  <a:ea typeface="Arial" panose="020B0604020202090204"/>
                  <a:cs typeface="Arial" panose="020B0604020202090204"/>
                </a:defRPr>
              </a:lvl6pPr>
              <a:lvl7pPr algn="ctr">
                <a:defRPr sz="2625" b="1">
                  <a:solidFill>
                    <a:srgbClr val="172C43"/>
                  </a:solidFill>
                  <a:latin typeface="Arial" panose="020B0604020202090204"/>
                  <a:ea typeface="Arial" panose="020B0604020202090204"/>
                  <a:cs typeface="Arial" panose="020B0604020202090204"/>
                </a:defRPr>
              </a:lvl7pPr>
              <a:lvl8pPr algn="ctr">
                <a:defRPr sz="2625" b="1">
                  <a:solidFill>
                    <a:srgbClr val="172C43"/>
                  </a:solidFill>
                  <a:latin typeface="Arial" panose="020B0604020202090204"/>
                  <a:ea typeface="Arial" panose="020B0604020202090204"/>
                  <a:cs typeface="Arial" panose="020B0604020202090204"/>
                </a:defRPr>
              </a:lvl8pPr>
              <a:lvl9pPr algn="ctr">
                <a:defRPr sz="2625" b="1">
                  <a:solidFill>
                    <a:srgbClr val="172C43"/>
                  </a:solidFill>
                  <a:latin typeface="Arial" panose="020B0604020202090204"/>
                  <a:ea typeface="Arial" panose="020B0604020202090204"/>
                  <a:cs typeface="Arial" panose="020B0604020202090204"/>
                </a:defRPr>
              </a:lvl9pPr>
            </a:lstStyle>
            <a:p>
              <a:pPr algn="ctr">
                <a:defRPr sz="2625" b="1">
                  <a:solidFill>
                    <a:srgbClr val="172C43"/>
                  </a:solidFill>
                  <a:latin typeface="Arial" panose="020B0604020202090204"/>
                  <a:ea typeface="Arial" panose="020B0604020202090204"/>
                  <a:cs typeface="Arial" panose="020B0604020202090204"/>
                </a:defRPr>
              </a:pPr>
              <a:r>
                <a:rPr sz="2625">
                  <a:solidFill>
                    <a:srgbClr val="172C43"/>
                  </a:solidFill>
                  <a:latin typeface="Times New Roman" panose="02020503050405090304" charset="0"/>
                  <a:ea typeface="Arial" panose="020B0604020202090204"/>
                  <a:cs typeface="Times New Roman" panose="02020503050405090304" charset="0"/>
                </a:rPr>
                <a:t>Allocation effects are simulated. SDG and financial benefits</a:t>
              </a:r>
              <a:endParaRPr sz="2625">
                <a:solidFill>
                  <a:srgbClr val="172C43"/>
                </a:solidFill>
                <a:latin typeface="Times New Roman" panose="02020503050405090304" charset="0"/>
                <a:ea typeface="Arial" panose="020B0604020202090204"/>
                <a:cs typeface="Times New Roman" panose="02020503050405090304" charset="0"/>
              </a:endParaRPr>
            </a:p>
            <a:p>
              <a:pPr algn="ctr">
                <a:defRPr sz="2625" b="1">
                  <a:solidFill>
                    <a:srgbClr val="172C43"/>
                  </a:solidFill>
                  <a:latin typeface="Arial" panose="020B0604020202090204"/>
                  <a:ea typeface="Arial" panose="020B0604020202090204"/>
                  <a:cs typeface="Arial" panose="020B0604020202090204"/>
                </a:defRPr>
              </a:pPr>
              <a:r>
                <a:rPr sz="2625">
                  <a:solidFill>
                    <a:srgbClr val="172C43"/>
                  </a:solidFill>
                  <a:latin typeface="Times New Roman" panose="02020503050405090304" charset="0"/>
                  <a:ea typeface="Arial" panose="020B0604020202090204"/>
                  <a:cs typeface="Times New Roman" panose="02020503050405090304" charset="0"/>
                </a:rPr>
                <a:t>are intended, not demonstrated.</a:t>
              </a:r>
              <a:endParaRPr sz="2625">
                <a:solidFill>
                  <a:srgbClr val="172C43"/>
                </a:solidFill>
                <a:latin typeface="Times New Roman" panose="02020503050405090304" charset="0"/>
                <a:ea typeface="Arial" panose="020B0604020202090204"/>
                <a:cs typeface="Times New Roman" panose="02020503050405090304" charset="0"/>
              </a:endParaRPr>
            </a:p>
          </p:txBody>
        </p:sp>
        <p:sp>
          <p:nvSpPr>
            <p:cNvPr id="92" name="text-82"/>
            <p:cNvSpPr>
              <a:spLocks noGrp="1"/>
            </p:cNvSpPr>
            <p:nvPr/>
          </p:nvSpPr>
          <p:spPr>
            <a:xfrm>
              <a:off x="45139" y="28950"/>
              <a:ext cx="20769" cy="780"/>
            </a:xfrm>
            <a:prstGeom prst="rect">
              <a:avLst/>
            </a:prstGeom>
            <a:noFill/>
            <a:ln>
              <a:noFill/>
            </a:ln>
          </p:spPr>
          <p:txBody>
            <a:bodyPr wrap="square" lIns="0" tIns="0" rIns="0" bIns="0" anchor="t">
              <a:noAutofit/>
            </a:bodyPr>
            <a:lstStyle>
              <a:defPPr algn="l">
                <a:defRPr sz="3150" b="1">
                  <a:solidFill>
                    <a:srgbClr val="073A85"/>
                  </a:solidFill>
                  <a:latin typeface="Arial" panose="020B0604020202090204"/>
                  <a:ea typeface="Arial" panose="020B0604020202090204"/>
                  <a:cs typeface="Arial" panose="020B0604020202090204"/>
                </a:defRPr>
              </a:defPPr>
              <a:lvl1pPr algn="l">
                <a:defRPr sz="3150" b="1">
                  <a:solidFill>
                    <a:srgbClr val="073A85"/>
                  </a:solidFill>
                  <a:latin typeface="Arial" panose="020B0604020202090204"/>
                  <a:ea typeface="Arial" panose="020B0604020202090204"/>
                  <a:cs typeface="Arial" panose="020B0604020202090204"/>
                </a:defRPr>
              </a:lvl1pPr>
              <a:lvl2pPr algn="l">
                <a:defRPr sz="3150" b="1">
                  <a:solidFill>
                    <a:srgbClr val="073A85"/>
                  </a:solidFill>
                  <a:latin typeface="Arial" panose="020B0604020202090204"/>
                  <a:ea typeface="Arial" panose="020B0604020202090204"/>
                  <a:cs typeface="Arial" panose="020B0604020202090204"/>
                </a:defRPr>
              </a:lvl2pPr>
              <a:lvl3pPr algn="l">
                <a:defRPr sz="3150" b="1">
                  <a:solidFill>
                    <a:srgbClr val="073A85"/>
                  </a:solidFill>
                  <a:latin typeface="Arial" panose="020B0604020202090204"/>
                  <a:ea typeface="Arial" panose="020B0604020202090204"/>
                  <a:cs typeface="Arial" panose="020B0604020202090204"/>
                </a:defRPr>
              </a:lvl3pPr>
              <a:lvl4pPr algn="l">
                <a:defRPr sz="3150" b="1">
                  <a:solidFill>
                    <a:srgbClr val="073A85"/>
                  </a:solidFill>
                  <a:latin typeface="Arial" panose="020B0604020202090204"/>
                  <a:ea typeface="Arial" panose="020B0604020202090204"/>
                  <a:cs typeface="Arial" panose="020B0604020202090204"/>
                </a:defRPr>
              </a:lvl4pPr>
              <a:lvl5pPr algn="l">
                <a:defRPr sz="3150" b="1">
                  <a:solidFill>
                    <a:srgbClr val="073A85"/>
                  </a:solidFill>
                  <a:latin typeface="Arial" panose="020B0604020202090204"/>
                  <a:ea typeface="Arial" panose="020B0604020202090204"/>
                  <a:cs typeface="Arial" panose="020B0604020202090204"/>
                </a:defRPr>
              </a:lvl5pPr>
              <a:lvl6pPr algn="l">
                <a:defRPr sz="3150" b="1">
                  <a:solidFill>
                    <a:srgbClr val="073A85"/>
                  </a:solidFill>
                  <a:latin typeface="Arial" panose="020B0604020202090204"/>
                  <a:ea typeface="Arial" panose="020B0604020202090204"/>
                  <a:cs typeface="Arial" panose="020B0604020202090204"/>
                </a:defRPr>
              </a:lvl6pPr>
              <a:lvl7pPr algn="l">
                <a:defRPr sz="3150" b="1">
                  <a:solidFill>
                    <a:srgbClr val="073A85"/>
                  </a:solidFill>
                  <a:latin typeface="Arial" panose="020B0604020202090204"/>
                  <a:ea typeface="Arial" panose="020B0604020202090204"/>
                  <a:cs typeface="Arial" panose="020B0604020202090204"/>
                </a:defRPr>
              </a:lvl7pPr>
              <a:lvl8pPr algn="l">
                <a:defRPr sz="3150" b="1">
                  <a:solidFill>
                    <a:srgbClr val="073A85"/>
                  </a:solidFill>
                  <a:latin typeface="Arial" panose="020B0604020202090204"/>
                  <a:ea typeface="Arial" panose="020B0604020202090204"/>
                  <a:cs typeface="Arial" panose="020B0604020202090204"/>
                </a:defRPr>
              </a:lvl8pPr>
              <a:lvl9pPr algn="l">
                <a:defRPr sz="3150" b="1">
                  <a:solidFill>
                    <a:srgbClr val="073A85"/>
                  </a:solidFill>
                  <a:latin typeface="Arial" panose="020B0604020202090204"/>
                  <a:ea typeface="Arial" panose="020B0604020202090204"/>
                  <a:cs typeface="Arial" panose="020B0604020202090204"/>
                </a:defRPr>
              </a:lvl9pPr>
            </a:lstStyle>
            <a:p>
              <a:pPr algn="l">
                <a:defRPr sz="3150" b="1">
                  <a:solidFill>
                    <a:srgbClr val="073A85"/>
                  </a:solidFill>
                  <a:latin typeface="Arial" panose="020B0604020202090204"/>
                  <a:ea typeface="Arial" panose="020B0604020202090204"/>
                  <a:cs typeface="Arial" panose="020B0604020202090204"/>
                </a:defRPr>
              </a:pPr>
              <a:r>
                <a:rPr sz="3150">
                  <a:solidFill>
                    <a:srgbClr val="073A85"/>
                  </a:solidFill>
                  <a:latin typeface="Times New Roman" panose="02020503050405090304" charset="0"/>
                  <a:ea typeface="Arial" panose="020B0604020202090204"/>
                  <a:cs typeface="Times New Roman" panose="02020503050405090304" charset="0"/>
                </a:rPr>
                <a:t>Future Research Roadmap</a:t>
              </a:r>
              <a:endParaRPr sz="3150">
                <a:solidFill>
                  <a:srgbClr val="073A85"/>
                </a:solidFill>
                <a:latin typeface="Times New Roman" panose="02020503050405090304" charset="0"/>
                <a:ea typeface="Arial" panose="020B0604020202090204"/>
                <a:cs typeface="Times New Roman" panose="02020503050405090304" charset="0"/>
              </a:endParaRPr>
            </a:p>
          </p:txBody>
        </p:sp>
        <p:sp>
          <p:nvSpPr>
            <p:cNvPr id="93" name="text-83"/>
            <p:cNvSpPr>
              <a:spLocks noGrp="1"/>
            </p:cNvSpPr>
            <p:nvPr/>
          </p:nvSpPr>
          <p:spPr>
            <a:xfrm>
              <a:off x="45139" y="30000"/>
              <a:ext cx="6150" cy="675"/>
            </a:xfrm>
            <a:prstGeom prst="rect">
              <a:avLst/>
            </a:prstGeom>
            <a:noFill/>
            <a:ln>
              <a:noFill/>
            </a:ln>
          </p:spPr>
          <p:txBody>
            <a:bodyPr wrap="square" lIns="0" tIns="0" rIns="0" bIns="0" anchor="t">
              <a:noAutofit/>
            </a:bodyPr>
            <a:lstStyle>
              <a:defPPr algn="l">
                <a:defRPr sz="2175" b="1">
                  <a:solidFill>
                    <a:srgbClr val="073A85"/>
                  </a:solidFill>
                  <a:latin typeface="Arial" panose="020B0604020202090204"/>
                  <a:ea typeface="Arial" panose="020B0604020202090204"/>
                  <a:cs typeface="Arial" panose="020B0604020202090204"/>
                </a:defRPr>
              </a:defPPr>
              <a:lvl1pPr algn="l">
                <a:defRPr sz="2175" b="1">
                  <a:solidFill>
                    <a:srgbClr val="073A85"/>
                  </a:solidFill>
                  <a:latin typeface="Arial" panose="020B0604020202090204"/>
                  <a:ea typeface="Arial" panose="020B0604020202090204"/>
                  <a:cs typeface="Arial" panose="020B0604020202090204"/>
                </a:defRPr>
              </a:lvl1pPr>
              <a:lvl2pPr algn="l">
                <a:defRPr sz="2175" b="1">
                  <a:solidFill>
                    <a:srgbClr val="073A85"/>
                  </a:solidFill>
                  <a:latin typeface="Arial" panose="020B0604020202090204"/>
                  <a:ea typeface="Arial" panose="020B0604020202090204"/>
                  <a:cs typeface="Arial" panose="020B0604020202090204"/>
                </a:defRPr>
              </a:lvl2pPr>
              <a:lvl3pPr algn="l">
                <a:defRPr sz="2175" b="1">
                  <a:solidFill>
                    <a:srgbClr val="073A85"/>
                  </a:solidFill>
                  <a:latin typeface="Arial" panose="020B0604020202090204"/>
                  <a:ea typeface="Arial" panose="020B0604020202090204"/>
                  <a:cs typeface="Arial" panose="020B0604020202090204"/>
                </a:defRPr>
              </a:lvl3pPr>
              <a:lvl4pPr algn="l">
                <a:defRPr sz="2175" b="1">
                  <a:solidFill>
                    <a:srgbClr val="073A85"/>
                  </a:solidFill>
                  <a:latin typeface="Arial" panose="020B0604020202090204"/>
                  <a:ea typeface="Arial" panose="020B0604020202090204"/>
                  <a:cs typeface="Arial" panose="020B0604020202090204"/>
                </a:defRPr>
              </a:lvl4pPr>
              <a:lvl5pPr algn="l">
                <a:defRPr sz="2175" b="1">
                  <a:solidFill>
                    <a:srgbClr val="073A85"/>
                  </a:solidFill>
                  <a:latin typeface="Arial" panose="020B0604020202090204"/>
                  <a:ea typeface="Arial" panose="020B0604020202090204"/>
                  <a:cs typeface="Arial" panose="020B0604020202090204"/>
                </a:defRPr>
              </a:lvl5pPr>
              <a:lvl6pPr algn="l">
                <a:defRPr sz="2175" b="1">
                  <a:solidFill>
                    <a:srgbClr val="073A85"/>
                  </a:solidFill>
                  <a:latin typeface="Arial" panose="020B0604020202090204"/>
                  <a:ea typeface="Arial" panose="020B0604020202090204"/>
                  <a:cs typeface="Arial" panose="020B0604020202090204"/>
                </a:defRPr>
              </a:lvl6pPr>
              <a:lvl7pPr algn="l">
                <a:defRPr sz="2175" b="1">
                  <a:solidFill>
                    <a:srgbClr val="073A85"/>
                  </a:solidFill>
                  <a:latin typeface="Arial" panose="020B0604020202090204"/>
                  <a:ea typeface="Arial" panose="020B0604020202090204"/>
                  <a:cs typeface="Arial" panose="020B0604020202090204"/>
                </a:defRPr>
              </a:lvl7pPr>
              <a:lvl8pPr algn="l">
                <a:defRPr sz="2175" b="1">
                  <a:solidFill>
                    <a:srgbClr val="073A85"/>
                  </a:solidFill>
                  <a:latin typeface="Arial" panose="020B0604020202090204"/>
                  <a:ea typeface="Arial" panose="020B0604020202090204"/>
                  <a:cs typeface="Arial" panose="020B0604020202090204"/>
                </a:defRPr>
              </a:lvl8pPr>
              <a:lvl9pPr algn="l">
                <a:defRPr sz="2175" b="1">
                  <a:solidFill>
                    <a:srgbClr val="073A85"/>
                  </a:solidFill>
                  <a:latin typeface="Arial" panose="020B0604020202090204"/>
                  <a:ea typeface="Arial" panose="020B0604020202090204"/>
                  <a:cs typeface="Arial" panose="020B0604020202090204"/>
                </a:defRPr>
              </a:lvl9pPr>
            </a:lstStyle>
            <a:p>
              <a:pPr algn="l">
                <a:defRPr sz="2175" b="1">
                  <a:solidFill>
                    <a:srgbClr val="073A85"/>
                  </a:solidFill>
                  <a:latin typeface="Arial" panose="020B0604020202090204"/>
                  <a:ea typeface="Arial" panose="020B0604020202090204"/>
                  <a:cs typeface="Arial" panose="020B0604020202090204"/>
                </a:defRPr>
              </a:pPr>
              <a:r>
                <a:rPr sz="2175" b="1">
                  <a:solidFill>
                    <a:srgbClr val="073A85"/>
                  </a:solidFill>
                  <a:latin typeface="Times New Roman Regular" panose="02020503050405090304" charset="0"/>
                  <a:ea typeface="Arial" panose="020B0604020202090204"/>
                  <a:cs typeface="Times New Roman Regular" panose="02020503050405090304" charset="0"/>
                </a:rPr>
                <a:t>CURRENT LIMITATION</a:t>
              </a:r>
              <a:endParaRPr sz="2175"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94" name="text-84"/>
            <p:cNvSpPr>
              <a:spLocks noGrp="1"/>
            </p:cNvSpPr>
            <p:nvPr/>
          </p:nvSpPr>
          <p:spPr>
            <a:xfrm>
              <a:off x="51889" y="30000"/>
              <a:ext cx="6600" cy="675"/>
            </a:xfrm>
            <a:prstGeom prst="rect">
              <a:avLst/>
            </a:prstGeom>
            <a:noFill/>
            <a:ln>
              <a:noFill/>
            </a:ln>
          </p:spPr>
          <p:txBody>
            <a:bodyPr wrap="square" lIns="0" tIns="0" rIns="0" bIns="0" anchor="t">
              <a:noAutofit/>
            </a:bodyPr>
            <a:lstStyle>
              <a:defPPr algn="l">
                <a:defRPr sz="2175" b="1">
                  <a:solidFill>
                    <a:srgbClr val="087F82"/>
                  </a:solidFill>
                  <a:latin typeface="Arial" panose="020B0604020202090204"/>
                  <a:ea typeface="Arial" panose="020B0604020202090204"/>
                  <a:cs typeface="Arial" panose="020B0604020202090204"/>
                </a:defRPr>
              </a:defPPr>
              <a:lvl1pPr algn="l">
                <a:defRPr sz="2175" b="1">
                  <a:solidFill>
                    <a:srgbClr val="087F82"/>
                  </a:solidFill>
                  <a:latin typeface="Arial" panose="020B0604020202090204"/>
                  <a:ea typeface="Arial" panose="020B0604020202090204"/>
                  <a:cs typeface="Arial" panose="020B0604020202090204"/>
                </a:defRPr>
              </a:lvl1pPr>
              <a:lvl2pPr algn="l">
                <a:defRPr sz="2175" b="1">
                  <a:solidFill>
                    <a:srgbClr val="087F82"/>
                  </a:solidFill>
                  <a:latin typeface="Arial" panose="020B0604020202090204"/>
                  <a:ea typeface="Arial" panose="020B0604020202090204"/>
                  <a:cs typeface="Arial" panose="020B0604020202090204"/>
                </a:defRPr>
              </a:lvl2pPr>
              <a:lvl3pPr algn="l">
                <a:defRPr sz="2175" b="1">
                  <a:solidFill>
                    <a:srgbClr val="087F82"/>
                  </a:solidFill>
                  <a:latin typeface="Arial" panose="020B0604020202090204"/>
                  <a:ea typeface="Arial" panose="020B0604020202090204"/>
                  <a:cs typeface="Arial" panose="020B0604020202090204"/>
                </a:defRPr>
              </a:lvl3pPr>
              <a:lvl4pPr algn="l">
                <a:defRPr sz="2175" b="1">
                  <a:solidFill>
                    <a:srgbClr val="087F82"/>
                  </a:solidFill>
                  <a:latin typeface="Arial" panose="020B0604020202090204"/>
                  <a:ea typeface="Arial" panose="020B0604020202090204"/>
                  <a:cs typeface="Arial" panose="020B0604020202090204"/>
                </a:defRPr>
              </a:lvl4pPr>
              <a:lvl5pPr algn="l">
                <a:defRPr sz="2175" b="1">
                  <a:solidFill>
                    <a:srgbClr val="087F82"/>
                  </a:solidFill>
                  <a:latin typeface="Arial" panose="020B0604020202090204"/>
                  <a:ea typeface="Arial" panose="020B0604020202090204"/>
                  <a:cs typeface="Arial" panose="020B0604020202090204"/>
                </a:defRPr>
              </a:lvl5pPr>
              <a:lvl6pPr algn="l">
                <a:defRPr sz="2175" b="1">
                  <a:solidFill>
                    <a:srgbClr val="087F82"/>
                  </a:solidFill>
                  <a:latin typeface="Arial" panose="020B0604020202090204"/>
                  <a:ea typeface="Arial" panose="020B0604020202090204"/>
                  <a:cs typeface="Arial" panose="020B0604020202090204"/>
                </a:defRPr>
              </a:lvl6pPr>
              <a:lvl7pPr algn="l">
                <a:defRPr sz="2175" b="1">
                  <a:solidFill>
                    <a:srgbClr val="087F82"/>
                  </a:solidFill>
                  <a:latin typeface="Arial" panose="020B0604020202090204"/>
                  <a:ea typeface="Arial" panose="020B0604020202090204"/>
                  <a:cs typeface="Arial" panose="020B0604020202090204"/>
                </a:defRPr>
              </a:lvl7pPr>
              <a:lvl8pPr algn="l">
                <a:defRPr sz="2175" b="1">
                  <a:solidFill>
                    <a:srgbClr val="087F82"/>
                  </a:solidFill>
                  <a:latin typeface="Arial" panose="020B0604020202090204"/>
                  <a:ea typeface="Arial" panose="020B0604020202090204"/>
                  <a:cs typeface="Arial" panose="020B0604020202090204"/>
                </a:defRPr>
              </a:lvl8pPr>
              <a:lvl9pPr algn="l">
                <a:defRPr sz="2175" b="1">
                  <a:solidFill>
                    <a:srgbClr val="087F82"/>
                  </a:solidFill>
                  <a:latin typeface="Arial" panose="020B0604020202090204"/>
                  <a:ea typeface="Arial" panose="020B0604020202090204"/>
                  <a:cs typeface="Arial" panose="020B0604020202090204"/>
                </a:defRPr>
              </a:lvl9pPr>
            </a:lstStyle>
            <a:p>
              <a:pPr algn="l">
                <a:defRPr sz="2175" b="1">
                  <a:solidFill>
                    <a:srgbClr val="087F82"/>
                  </a:solidFill>
                  <a:latin typeface="Arial" panose="020B0604020202090204"/>
                  <a:ea typeface="Arial" panose="020B0604020202090204"/>
                  <a:cs typeface="Arial" panose="020B0604020202090204"/>
                </a:defRPr>
              </a:pPr>
              <a:r>
                <a:rPr sz="2175" b="1">
                  <a:solidFill>
                    <a:srgbClr val="087F82"/>
                  </a:solidFill>
                  <a:latin typeface="Times New Roman Regular" panose="02020503050405090304" charset="0"/>
                  <a:ea typeface="Arial" panose="020B0604020202090204"/>
                  <a:cs typeface="Times New Roman Regular" panose="02020503050405090304" charset="0"/>
                </a:rPr>
                <a:t>PLANNED STUDY</a:t>
              </a:r>
              <a:endParaRPr sz="2175"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95" name="text-85"/>
            <p:cNvSpPr>
              <a:spLocks noGrp="1"/>
            </p:cNvSpPr>
            <p:nvPr/>
          </p:nvSpPr>
          <p:spPr>
            <a:xfrm>
              <a:off x="59089" y="30000"/>
              <a:ext cx="6819" cy="675"/>
            </a:xfrm>
            <a:prstGeom prst="rect">
              <a:avLst/>
            </a:prstGeom>
            <a:noFill/>
            <a:ln>
              <a:noFill/>
            </a:ln>
          </p:spPr>
          <p:txBody>
            <a:bodyPr wrap="square" lIns="0" tIns="0" rIns="0" bIns="0" anchor="t">
              <a:noAutofit/>
            </a:bodyPr>
            <a:lstStyle>
              <a:defPPr algn="l">
                <a:defRPr sz="2175" b="1">
                  <a:solidFill>
                    <a:srgbClr val="087F82"/>
                  </a:solidFill>
                  <a:latin typeface="Arial" panose="020B0604020202090204"/>
                  <a:ea typeface="Arial" panose="020B0604020202090204"/>
                  <a:cs typeface="Arial" panose="020B0604020202090204"/>
                </a:defRPr>
              </a:defPPr>
              <a:lvl1pPr algn="l">
                <a:defRPr sz="2175" b="1">
                  <a:solidFill>
                    <a:srgbClr val="087F82"/>
                  </a:solidFill>
                  <a:latin typeface="Arial" panose="020B0604020202090204"/>
                  <a:ea typeface="Arial" panose="020B0604020202090204"/>
                  <a:cs typeface="Arial" panose="020B0604020202090204"/>
                </a:defRPr>
              </a:lvl1pPr>
              <a:lvl2pPr algn="l">
                <a:defRPr sz="2175" b="1">
                  <a:solidFill>
                    <a:srgbClr val="087F82"/>
                  </a:solidFill>
                  <a:latin typeface="Arial" panose="020B0604020202090204"/>
                  <a:ea typeface="Arial" panose="020B0604020202090204"/>
                  <a:cs typeface="Arial" panose="020B0604020202090204"/>
                </a:defRPr>
              </a:lvl2pPr>
              <a:lvl3pPr algn="l">
                <a:defRPr sz="2175" b="1">
                  <a:solidFill>
                    <a:srgbClr val="087F82"/>
                  </a:solidFill>
                  <a:latin typeface="Arial" panose="020B0604020202090204"/>
                  <a:ea typeface="Arial" panose="020B0604020202090204"/>
                  <a:cs typeface="Arial" panose="020B0604020202090204"/>
                </a:defRPr>
              </a:lvl3pPr>
              <a:lvl4pPr algn="l">
                <a:defRPr sz="2175" b="1">
                  <a:solidFill>
                    <a:srgbClr val="087F82"/>
                  </a:solidFill>
                  <a:latin typeface="Arial" panose="020B0604020202090204"/>
                  <a:ea typeface="Arial" panose="020B0604020202090204"/>
                  <a:cs typeface="Arial" panose="020B0604020202090204"/>
                </a:defRPr>
              </a:lvl4pPr>
              <a:lvl5pPr algn="l">
                <a:defRPr sz="2175" b="1">
                  <a:solidFill>
                    <a:srgbClr val="087F82"/>
                  </a:solidFill>
                  <a:latin typeface="Arial" panose="020B0604020202090204"/>
                  <a:ea typeface="Arial" panose="020B0604020202090204"/>
                  <a:cs typeface="Arial" panose="020B0604020202090204"/>
                </a:defRPr>
              </a:lvl5pPr>
              <a:lvl6pPr algn="l">
                <a:defRPr sz="2175" b="1">
                  <a:solidFill>
                    <a:srgbClr val="087F82"/>
                  </a:solidFill>
                  <a:latin typeface="Arial" panose="020B0604020202090204"/>
                  <a:ea typeface="Arial" panose="020B0604020202090204"/>
                  <a:cs typeface="Arial" panose="020B0604020202090204"/>
                </a:defRPr>
              </a:lvl6pPr>
              <a:lvl7pPr algn="l">
                <a:defRPr sz="2175" b="1">
                  <a:solidFill>
                    <a:srgbClr val="087F82"/>
                  </a:solidFill>
                  <a:latin typeface="Arial" panose="020B0604020202090204"/>
                  <a:ea typeface="Arial" panose="020B0604020202090204"/>
                  <a:cs typeface="Arial" panose="020B0604020202090204"/>
                </a:defRPr>
              </a:lvl7pPr>
              <a:lvl8pPr algn="l">
                <a:defRPr sz="2175" b="1">
                  <a:solidFill>
                    <a:srgbClr val="087F82"/>
                  </a:solidFill>
                  <a:latin typeface="Arial" panose="020B0604020202090204"/>
                  <a:ea typeface="Arial" panose="020B0604020202090204"/>
                  <a:cs typeface="Arial" panose="020B0604020202090204"/>
                </a:defRPr>
              </a:lvl8pPr>
              <a:lvl9pPr algn="l">
                <a:defRPr sz="2175" b="1">
                  <a:solidFill>
                    <a:srgbClr val="087F82"/>
                  </a:solidFill>
                  <a:latin typeface="Arial" panose="020B0604020202090204"/>
                  <a:ea typeface="Arial" panose="020B0604020202090204"/>
                  <a:cs typeface="Arial" panose="020B0604020202090204"/>
                </a:defRPr>
              </a:lvl9pPr>
            </a:lstStyle>
            <a:p>
              <a:pPr algn="l">
                <a:defRPr sz="2175" b="1">
                  <a:solidFill>
                    <a:srgbClr val="087F82"/>
                  </a:solidFill>
                  <a:latin typeface="Arial" panose="020B0604020202090204"/>
                  <a:ea typeface="Arial" panose="020B0604020202090204"/>
                  <a:cs typeface="Arial" panose="020B0604020202090204"/>
                </a:defRPr>
              </a:pPr>
              <a:r>
                <a:rPr sz="2175" b="1">
                  <a:solidFill>
                    <a:srgbClr val="087F82"/>
                  </a:solidFill>
                  <a:latin typeface="Times New Roman Regular" panose="02020503050405090304" charset="0"/>
                  <a:ea typeface="Arial" panose="020B0604020202090204"/>
                  <a:cs typeface="Times New Roman Regular" panose="02020503050405090304" charset="0"/>
                </a:rPr>
                <a:t>NEXT TEST</a:t>
              </a:r>
              <a:endParaRPr sz="2175"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96" name="panel-86"/>
            <p:cNvSpPr>
              <a:spLocks noGrp="1"/>
            </p:cNvSpPr>
            <p:nvPr/>
          </p:nvSpPr>
          <p:spPr>
            <a:xfrm>
              <a:off x="45139" y="30975"/>
              <a:ext cx="6150" cy="1725"/>
            </a:xfrm>
            <a:prstGeom prst="rect">
              <a:avLst/>
            </a:prstGeom>
            <a:solidFill>
              <a:srgbClr val="F3F6F8"/>
            </a:solidFill>
            <a:ln w="14288">
              <a:solidFill>
                <a:srgbClr val="B9CDDA"/>
              </a:solidFill>
            </a:ln>
          </p:spPr>
        </p:sp>
        <p:sp>
          <p:nvSpPr>
            <p:cNvPr id="97" name="text-87"/>
            <p:cNvSpPr>
              <a:spLocks noGrp="1"/>
            </p:cNvSpPr>
            <p:nvPr/>
          </p:nvSpPr>
          <p:spPr>
            <a:xfrm>
              <a:off x="45409" y="31200"/>
              <a:ext cx="5610" cy="1350"/>
            </a:xfrm>
            <a:prstGeom prst="rect">
              <a:avLst/>
            </a:prstGeom>
            <a:noFill/>
            <a:ln>
              <a:noFill/>
            </a:ln>
          </p:spPr>
          <p:txBody>
            <a:bodyPr wrap="square" lIns="0" tIns="0" rIns="0" bIns="0" anchor="t">
              <a:noAutofit/>
            </a:bodyPr>
            <a:lstStyle>
              <a:defPPr algn="ctr">
                <a:defRPr sz="2325" b="0">
                  <a:solidFill>
                    <a:srgbClr val="172C43"/>
                  </a:solidFill>
                  <a:latin typeface="Arial" panose="020B0604020202090204"/>
                  <a:ea typeface="Arial" panose="020B0604020202090204"/>
                  <a:cs typeface="Arial" panose="020B0604020202090204"/>
                </a:defRPr>
              </a:defPPr>
              <a:lvl1pPr algn="ctr">
                <a:defRPr sz="2325" b="0">
                  <a:solidFill>
                    <a:srgbClr val="172C43"/>
                  </a:solidFill>
                  <a:latin typeface="Arial" panose="020B0604020202090204"/>
                  <a:ea typeface="Arial" panose="020B0604020202090204"/>
                  <a:cs typeface="Arial" panose="020B0604020202090204"/>
                </a:defRPr>
              </a:lvl1pPr>
              <a:lvl2pPr algn="ctr">
                <a:defRPr sz="2325" b="0">
                  <a:solidFill>
                    <a:srgbClr val="172C43"/>
                  </a:solidFill>
                  <a:latin typeface="Arial" panose="020B0604020202090204"/>
                  <a:ea typeface="Arial" panose="020B0604020202090204"/>
                  <a:cs typeface="Arial" panose="020B0604020202090204"/>
                </a:defRPr>
              </a:lvl2pPr>
              <a:lvl3pPr algn="ctr">
                <a:defRPr sz="2325" b="0">
                  <a:solidFill>
                    <a:srgbClr val="172C43"/>
                  </a:solidFill>
                  <a:latin typeface="Arial" panose="020B0604020202090204"/>
                  <a:ea typeface="Arial" panose="020B0604020202090204"/>
                  <a:cs typeface="Arial" panose="020B0604020202090204"/>
                </a:defRPr>
              </a:lvl3pPr>
              <a:lvl4pPr algn="ctr">
                <a:defRPr sz="2325" b="0">
                  <a:solidFill>
                    <a:srgbClr val="172C43"/>
                  </a:solidFill>
                  <a:latin typeface="Arial" panose="020B0604020202090204"/>
                  <a:ea typeface="Arial" panose="020B0604020202090204"/>
                  <a:cs typeface="Arial" panose="020B0604020202090204"/>
                </a:defRPr>
              </a:lvl4pPr>
              <a:lvl5pPr algn="ctr">
                <a:defRPr sz="2325" b="0">
                  <a:solidFill>
                    <a:srgbClr val="172C43"/>
                  </a:solidFill>
                  <a:latin typeface="Arial" panose="020B0604020202090204"/>
                  <a:ea typeface="Arial" panose="020B0604020202090204"/>
                  <a:cs typeface="Arial" panose="020B0604020202090204"/>
                </a:defRPr>
              </a:lvl5pPr>
              <a:lvl6pPr algn="ctr">
                <a:defRPr sz="2325" b="0">
                  <a:solidFill>
                    <a:srgbClr val="172C43"/>
                  </a:solidFill>
                  <a:latin typeface="Arial" panose="020B0604020202090204"/>
                  <a:ea typeface="Arial" panose="020B0604020202090204"/>
                  <a:cs typeface="Arial" panose="020B0604020202090204"/>
                </a:defRPr>
              </a:lvl6pPr>
              <a:lvl7pPr algn="ctr">
                <a:defRPr sz="2325" b="0">
                  <a:solidFill>
                    <a:srgbClr val="172C43"/>
                  </a:solidFill>
                  <a:latin typeface="Arial" panose="020B0604020202090204"/>
                  <a:ea typeface="Arial" panose="020B0604020202090204"/>
                  <a:cs typeface="Arial" panose="020B0604020202090204"/>
                </a:defRPr>
              </a:lvl7pPr>
              <a:lvl8pPr algn="ctr">
                <a:defRPr sz="2325" b="0">
                  <a:solidFill>
                    <a:srgbClr val="172C43"/>
                  </a:solidFill>
                  <a:latin typeface="Arial" panose="020B0604020202090204"/>
                  <a:ea typeface="Arial" panose="020B0604020202090204"/>
                  <a:cs typeface="Arial" panose="020B0604020202090204"/>
                </a:defRPr>
              </a:lvl8pPr>
              <a:lvl9pPr algn="ctr">
                <a:defRPr sz="2325" b="0">
                  <a:solidFill>
                    <a:srgbClr val="172C43"/>
                  </a:solidFill>
                  <a:latin typeface="Arial" panose="020B0604020202090204"/>
                  <a:ea typeface="Arial" panose="020B0604020202090204"/>
                  <a:cs typeface="Arial" panose="020B0604020202090204"/>
                </a:defRPr>
              </a:lvl9pPr>
            </a:lstStyle>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ECONOMICS</a:t>
              </a:r>
              <a:endParaRPr sz="2325" b="0">
                <a:solidFill>
                  <a:srgbClr val="172C43"/>
                </a:solidFill>
                <a:latin typeface="Times New Roman Regular" panose="02020503050405090304" charset="0"/>
                <a:ea typeface="Arial" panose="020B0604020202090204"/>
                <a:cs typeface="Times New Roman Regular" panose="02020503050405090304" charset="0"/>
              </a:endParaRPr>
            </a:p>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Fixed 0.8v bidding</a:t>
              </a:r>
              <a:endParaRPr sz="23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98" name="panel-88"/>
            <p:cNvSpPr>
              <a:spLocks noGrp="1"/>
            </p:cNvSpPr>
            <p:nvPr/>
          </p:nvSpPr>
          <p:spPr>
            <a:xfrm>
              <a:off x="51889" y="30975"/>
              <a:ext cx="6600" cy="1725"/>
            </a:xfrm>
            <a:prstGeom prst="rect">
              <a:avLst/>
            </a:prstGeom>
            <a:solidFill>
              <a:srgbClr val="EEF6F6"/>
            </a:solidFill>
            <a:ln w="14288">
              <a:solidFill>
                <a:srgbClr val="B9CDDA"/>
              </a:solidFill>
            </a:ln>
          </p:spPr>
        </p:sp>
        <p:sp>
          <p:nvSpPr>
            <p:cNvPr id="99" name="text-89"/>
            <p:cNvSpPr>
              <a:spLocks noGrp="1"/>
            </p:cNvSpPr>
            <p:nvPr/>
          </p:nvSpPr>
          <p:spPr>
            <a:xfrm>
              <a:off x="52159" y="31200"/>
              <a:ext cx="6060"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Endogenous multi-slot</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strategic bidding</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00" name="panel-90"/>
            <p:cNvSpPr>
              <a:spLocks noGrp="1"/>
            </p:cNvSpPr>
            <p:nvPr/>
          </p:nvSpPr>
          <p:spPr>
            <a:xfrm>
              <a:off x="59089" y="30975"/>
              <a:ext cx="6819" cy="1725"/>
            </a:xfrm>
            <a:prstGeom prst="rect">
              <a:avLst/>
            </a:prstGeom>
            <a:solidFill>
              <a:srgbClr val="EEF6F6"/>
            </a:solidFill>
            <a:ln w="14288">
              <a:solidFill>
                <a:srgbClr val="B9CDDA"/>
              </a:solidFill>
            </a:ln>
          </p:spPr>
        </p:sp>
        <p:sp>
          <p:nvSpPr>
            <p:cNvPr id="101" name="text-91"/>
            <p:cNvSpPr>
              <a:spLocks noGrp="1"/>
            </p:cNvSpPr>
            <p:nvPr/>
          </p:nvSpPr>
          <p:spPr>
            <a:xfrm>
              <a:off x="59359" y="31200"/>
              <a:ext cx="6279"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Does the welfare</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ranking survive?</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04" name="panel-92"/>
            <p:cNvSpPr>
              <a:spLocks noGrp="1"/>
            </p:cNvSpPr>
            <p:nvPr/>
          </p:nvSpPr>
          <p:spPr>
            <a:xfrm>
              <a:off x="45139" y="33075"/>
              <a:ext cx="6150" cy="1725"/>
            </a:xfrm>
            <a:prstGeom prst="rect">
              <a:avLst/>
            </a:prstGeom>
            <a:solidFill>
              <a:srgbClr val="F3F6F8"/>
            </a:solidFill>
            <a:ln w="14288">
              <a:solidFill>
                <a:srgbClr val="B9CDDA"/>
              </a:solidFill>
            </a:ln>
          </p:spPr>
        </p:sp>
        <p:sp>
          <p:nvSpPr>
            <p:cNvPr id="105" name="text-93"/>
            <p:cNvSpPr>
              <a:spLocks noGrp="1"/>
            </p:cNvSpPr>
            <p:nvPr/>
          </p:nvSpPr>
          <p:spPr>
            <a:xfrm>
              <a:off x="45409" y="33300"/>
              <a:ext cx="5610" cy="1350"/>
            </a:xfrm>
            <a:prstGeom prst="rect">
              <a:avLst/>
            </a:prstGeom>
            <a:noFill/>
            <a:ln>
              <a:noFill/>
            </a:ln>
          </p:spPr>
          <p:txBody>
            <a:bodyPr wrap="square" lIns="0" tIns="0" rIns="0" bIns="0" anchor="t">
              <a:noAutofit/>
            </a:bodyPr>
            <a:lstStyle>
              <a:defPPr algn="ctr">
                <a:defRPr sz="2325" b="0">
                  <a:solidFill>
                    <a:srgbClr val="172C43"/>
                  </a:solidFill>
                  <a:latin typeface="Arial" panose="020B0604020202090204"/>
                  <a:ea typeface="Arial" panose="020B0604020202090204"/>
                  <a:cs typeface="Arial" panose="020B0604020202090204"/>
                </a:defRPr>
              </a:defPPr>
              <a:lvl1pPr algn="ctr">
                <a:defRPr sz="2325" b="0">
                  <a:solidFill>
                    <a:srgbClr val="172C43"/>
                  </a:solidFill>
                  <a:latin typeface="Arial" panose="020B0604020202090204"/>
                  <a:ea typeface="Arial" panose="020B0604020202090204"/>
                  <a:cs typeface="Arial" panose="020B0604020202090204"/>
                </a:defRPr>
              </a:lvl1pPr>
              <a:lvl2pPr algn="ctr">
                <a:defRPr sz="2325" b="0">
                  <a:solidFill>
                    <a:srgbClr val="172C43"/>
                  </a:solidFill>
                  <a:latin typeface="Arial" panose="020B0604020202090204"/>
                  <a:ea typeface="Arial" panose="020B0604020202090204"/>
                  <a:cs typeface="Arial" panose="020B0604020202090204"/>
                </a:defRPr>
              </a:lvl2pPr>
              <a:lvl3pPr algn="ctr">
                <a:defRPr sz="2325" b="0">
                  <a:solidFill>
                    <a:srgbClr val="172C43"/>
                  </a:solidFill>
                  <a:latin typeface="Arial" panose="020B0604020202090204"/>
                  <a:ea typeface="Arial" panose="020B0604020202090204"/>
                  <a:cs typeface="Arial" panose="020B0604020202090204"/>
                </a:defRPr>
              </a:lvl3pPr>
              <a:lvl4pPr algn="ctr">
                <a:defRPr sz="2325" b="0">
                  <a:solidFill>
                    <a:srgbClr val="172C43"/>
                  </a:solidFill>
                  <a:latin typeface="Arial" panose="020B0604020202090204"/>
                  <a:ea typeface="Arial" panose="020B0604020202090204"/>
                  <a:cs typeface="Arial" panose="020B0604020202090204"/>
                </a:defRPr>
              </a:lvl4pPr>
              <a:lvl5pPr algn="ctr">
                <a:defRPr sz="2325" b="0">
                  <a:solidFill>
                    <a:srgbClr val="172C43"/>
                  </a:solidFill>
                  <a:latin typeface="Arial" panose="020B0604020202090204"/>
                  <a:ea typeface="Arial" panose="020B0604020202090204"/>
                  <a:cs typeface="Arial" panose="020B0604020202090204"/>
                </a:defRPr>
              </a:lvl5pPr>
              <a:lvl6pPr algn="ctr">
                <a:defRPr sz="2325" b="0">
                  <a:solidFill>
                    <a:srgbClr val="172C43"/>
                  </a:solidFill>
                  <a:latin typeface="Arial" panose="020B0604020202090204"/>
                  <a:ea typeface="Arial" panose="020B0604020202090204"/>
                  <a:cs typeface="Arial" panose="020B0604020202090204"/>
                </a:defRPr>
              </a:lvl6pPr>
              <a:lvl7pPr algn="ctr">
                <a:defRPr sz="2325" b="0">
                  <a:solidFill>
                    <a:srgbClr val="172C43"/>
                  </a:solidFill>
                  <a:latin typeface="Arial" panose="020B0604020202090204"/>
                  <a:ea typeface="Arial" panose="020B0604020202090204"/>
                  <a:cs typeface="Arial" panose="020B0604020202090204"/>
                </a:defRPr>
              </a:lvl7pPr>
              <a:lvl8pPr algn="ctr">
                <a:defRPr sz="2325" b="0">
                  <a:solidFill>
                    <a:srgbClr val="172C43"/>
                  </a:solidFill>
                  <a:latin typeface="Arial" panose="020B0604020202090204"/>
                  <a:ea typeface="Arial" panose="020B0604020202090204"/>
                  <a:cs typeface="Arial" panose="020B0604020202090204"/>
                </a:defRPr>
              </a:lvl8pPr>
              <a:lvl9pPr algn="ctr">
                <a:defRPr sz="2325" b="0">
                  <a:solidFill>
                    <a:srgbClr val="172C43"/>
                  </a:solidFill>
                  <a:latin typeface="Arial" panose="020B0604020202090204"/>
                  <a:ea typeface="Arial" panose="020B0604020202090204"/>
                  <a:cs typeface="Arial" panose="020B0604020202090204"/>
                </a:defRPr>
              </a:lvl9pPr>
            </a:lstStyle>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COMPUTER SCIENCE</a:t>
              </a:r>
              <a:endParaRPr sz="2325" b="0">
                <a:solidFill>
                  <a:srgbClr val="172C43"/>
                </a:solidFill>
                <a:latin typeface="Times New Roman Regular" panose="02020503050405090304" charset="0"/>
                <a:ea typeface="Arial" panose="020B0604020202090204"/>
                <a:cs typeface="Times New Roman Regular" panose="02020503050405090304" charset="0"/>
              </a:endParaRPr>
            </a:p>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Unvalidated risk score</a:t>
              </a:r>
              <a:endParaRPr sz="23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06" name="panel-94"/>
            <p:cNvSpPr>
              <a:spLocks noGrp="1"/>
            </p:cNvSpPr>
            <p:nvPr/>
          </p:nvSpPr>
          <p:spPr>
            <a:xfrm>
              <a:off x="51889" y="33075"/>
              <a:ext cx="6600" cy="1725"/>
            </a:xfrm>
            <a:prstGeom prst="rect">
              <a:avLst/>
            </a:prstGeom>
            <a:solidFill>
              <a:srgbClr val="EEF6F6"/>
            </a:solidFill>
            <a:ln w="14288">
              <a:solidFill>
                <a:srgbClr val="B9CDDA"/>
              </a:solidFill>
            </a:ln>
          </p:spPr>
        </p:sp>
        <p:sp>
          <p:nvSpPr>
            <p:cNvPr id="107" name="text-95"/>
            <p:cNvSpPr>
              <a:spLocks noGrp="1"/>
            </p:cNvSpPr>
            <p:nvPr/>
          </p:nvSpPr>
          <p:spPr>
            <a:xfrm>
              <a:off x="52159" y="33300"/>
              <a:ext cx="6060"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Score validation, audit</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and correction</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08" name="panel-96"/>
            <p:cNvSpPr>
              <a:spLocks noGrp="1"/>
            </p:cNvSpPr>
            <p:nvPr/>
          </p:nvSpPr>
          <p:spPr>
            <a:xfrm>
              <a:off x="59089" y="33075"/>
              <a:ext cx="6819" cy="1725"/>
            </a:xfrm>
            <a:prstGeom prst="rect">
              <a:avLst/>
            </a:prstGeom>
            <a:solidFill>
              <a:srgbClr val="EEF6F6"/>
            </a:solidFill>
            <a:ln w="14288">
              <a:solidFill>
                <a:srgbClr val="B9CDDA"/>
              </a:solidFill>
            </a:ln>
          </p:spPr>
        </p:sp>
        <p:sp>
          <p:nvSpPr>
            <p:cNvPr id="109" name="text-97"/>
            <p:cNvSpPr>
              <a:spLocks noGrp="1"/>
            </p:cNvSpPr>
            <p:nvPr/>
          </p:nvSpPr>
          <p:spPr>
            <a:xfrm>
              <a:off x="59359" y="33300"/>
              <a:ext cx="6279"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Robustness</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around r* = 60</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12" name="panel-98"/>
            <p:cNvSpPr>
              <a:spLocks noGrp="1"/>
            </p:cNvSpPr>
            <p:nvPr/>
          </p:nvSpPr>
          <p:spPr>
            <a:xfrm>
              <a:off x="45139" y="35175"/>
              <a:ext cx="6150" cy="1725"/>
            </a:xfrm>
            <a:prstGeom prst="rect">
              <a:avLst/>
            </a:prstGeom>
            <a:solidFill>
              <a:srgbClr val="F3F6F8"/>
            </a:solidFill>
            <a:ln w="14288">
              <a:solidFill>
                <a:srgbClr val="B9CDDA"/>
              </a:solidFill>
            </a:ln>
          </p:spPr>
        </p:sp>
        <p:sp>
          <p:nvSpPr>
            <p:cNvPr id="113" name="text-99"/>
            <p:cNvSpPr>
              <a:spLocks noGrp="1"/>
            </p:cNvSpPr>
            <p:nvPr/>
          </p:nvSpPr>
          <p:spPr>
            <a:xfrm>
              <a:off x="45409" y="35400"/>
              <a:ext cx="5610" cy="1350"/>
            </a:xfrm>
            <a:prstGeom prst="rect">
              <a:avLst/>
            </a:prstGeom>
            <a:noFill/>
            <a:ln>
              <a:noFill/>
            </a:ln>
          </p:spPr>
          <p:txBody>
            <a:bodyPr wrap="square" lIns="0" tIns="0" rIns="0" bIns="0" anchor="t">
              <a:noAutofit/>
            </a:bodyPr>
            <a:lstStyle>
              <a:defPPr algn="ctr">
                <a:defRPr sz="2325" b="0">
                  <a:solidFill>
                    <a:srgbClr val="172C43"/>
                  </a:solidFill>
                  <a:latin typeface="Arial" panose="020B0604020202090204"/>
                  <a:ea typeface="Arial" panose="020B0604020202090204"/>
                  <a:cs typeface="Arial" panose="020B0604020202090204"/>
                </a:defRPr>
              </a:defPPr>
              <a:lvl1pPr algn="ctr">
                <a:defRPr sz="2325" b="0">
                  <a:solidFill>
                    <a:srgbClr val="172C43"/>
                  </a:solidFill>
                  <a:latin typeface="Arial" panose="020B0604020202090204"/>
                  <a:ea typeface="Arial" panose="020B0604020202090204"/>
                  <a:cs typeface="Arial" panose="020B0604020202090204"/>
                </a:defRPr>
              </a:lvl1pPr>
              <a:lvl2pPr algn="ctr">
                <a:defRPr sz="2325" b="0">
                  <a:solidFill>
                    <a:srgbClr val="172C43"/>
                  </a:solidFill>
                  <a:latin typeface="Arial" panose="020B0604020202090204"/>
                  <a:ea typeface="Arial" panose="020B0604020202090204"/>
                  <a:cs typeface="Arial" panose="020B0604020202090204"/>
                </a:defRPr>
              </a:lvl2pPr>
              <a:lvl3pPr algn="ctr">
                <a:defRPr sz="2325" b="0">
                  <a:solidFill>
                    <a:srgbClr val="172C43"/>
                  </a:solidFill>
                  <a:latin typeface="Arial" panose="020B0604020202090204"/>
                  <a:ea typeface="Arial" panose="020B0604020202090204"/>
                  <a:cs typeface="Arial" panose="020B0604020202090204"/>
                </a:defRPr>
              </a:lvl3pPr>
              <a:lvl4pPr algn="ctr">
                <a:defRPr sz="2325" b="0">
                  <a:solidFill>
                    <a:srgbClr val="172C43"/>
                  </a:solidFill>
                  <a:latin typeface="Arial" panose="020B0604020202090204"/>
                  <a:ea typeface="Arial" panose="020B0604020202090204"/>
                  <a:cs typeface="Arial" panose="020B0604020202090204"/>
                </a:defRPr>
              </a:lvl4pPr>
              <a:lvl5pPr algn="ctr">
                <a:defRPr sz="2325" b="0">
                  <a:solidFill>
                    <a:srgbClr val="172C43"/>
                  </a:solidFill>
                  <a:latin typeface="Arial" panose="020B0604020202090204"/>
                  <a:ea typeface="Arial" panose="020B0604020202090204"/>
                  <a:cs typeface="Arial" panose="020B0604020202090204"/>
                </a:defRPr>
              </a:lvl5pPr>
              <a:lvl6pPr algn="ctr">
                <a:defRPr sz="2325" b="0">
                  <a:solidFill>
                    <a:srgbClr val="172C43"/>
                  </a:solidFill>
                  <a:latin typeface="Arial" panose="020B0604020202090204"/>
                  <a:ea typeface="Arial" panose="020B0604020202090204"/>
                  <a:cs typeface="Arial" panose="020B0604020202090204"/>
                </a:defRPr>
              </a:lvl6pPr>
              <a:lvl7pPr algn="ctr">
                <a:defRPr sz="2325" b="0">
                  <a:solidFill>
                    <a:srgbClr val="172C43"/>
                  </a:solidFill>
                  <a:latin typeface="Arial" panose="020B0604020202090204"/>
                  <a:ea typeface="Arial" panose="020B0604020202090204"/>
                  <a:cs typeface="Arial" panose="020B0604020202090204"/>
                </a:defRPr>
              </a:lvl7pPr>
              <a:lvl8pPr algn="ctr">
                <a:defRPr sz="2325" b="0">
                  <a:solidFill>
                    <a:srgbClr val="172C43"/>
                  </a:solidFill>
                  <a:latin typeface="Arial" panose="020B0604020202090204"/>
                  <a:ea typeface="Arial" panose="020B0604020202090204"/>
                  <a:cs typeface="Arial" panose="020B0604020202090204"/>
                </a:defRPr>
              </a:lvl8pPr>
              <a:lvl9pPr algn="ctr">
                <a:defRPr sz="2325" b="0">
                  <a:solidFill>
                    <a:srgbClr val="172C43"/>
                  </a:solidFill>
                  <a:latin typeface="Arial" panose="020B0604020202090204"/>
                  <a:ea typeface="Arial" panose="020B0604020202090204"/>
                  <a:cs typeface="Arial" panose="020B0604020202090204"/>
                </a:defRPr>
              </a:lvl9pPr>
            </a:lstStyle>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BEHAVIORAL SCIENCE</a:t>
              </a:r>
              <a:endParaRPr sz="2325" b="0">
                <a:solidFill>
                  <a:srgbClr val="172C43"/>
                </a:solidFill>
                <a:latin typeface="Times New Roman Regular" panose="02020503050405090304" charset="0"/>
                <a:ea typeface="Arial" panose="020B0604020202090204"/>
                <a:cs typeface="Times New Roman Regular" panose="02020503050405090304" charset="0"/>
              </a:endParaRPr>
            </a:p>
            <a:p>
              <a:pPr algn="ctr">
                <a:defRPr sz="2325" b="0">
                  <a:solidFill>
                    <a:srgbClr val="172C43"/>
                  </a:solidFill>
                  <a:latin typeface="Arial" panose="020B0604020202090204"/>
                  <a:ea typeface="Arial" panose="020B0604020202090204"/>
                  <a:cs typeface="Arial" panose="020B0604020202090204"/>
                </a:defRPr>
              </a:pPr>
              <a:r>
                <a:rPr sz="2325" b="0">
                  <a:solidFill>
                    <a:srgbClr val="172C43"/>
                  </a:solidFill>
                  <a:latin typeface="Times New Roman Regular" panose="02020503050405090304" charset="0"/>
                  <a:ea typeface="Arial" panose="020B0604020202090204"/>
                  <a:cs typeface="Times New Roman Regular" panose="02020503050405090304" charset="0"/>
                </a:rPr>
                <a:t>No collected human bids</a:t>
              </a:r>
              <a:endParaRPr sz="23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14" name="panel-100"/>
            <p:cNvSpPr>
              <a:spLocks noGrp="1"/>
            </p:cNvSpPr>
            <p:nvPr/>
          </p:nvSpPr>
          <p:spPr>
            <a:xfrm>
              <a:off x="51889" y="35175"/>
              <a:ext cx="6600" cy="1725"/>
            </a:xfrm>
            <a:prstGeom prst="rect">
              <a:avLst/>
            </a:prstGeom>
            <a:solidFill>
              <a:srgbClr val="EEF6F6"/>
            </a:solidFill>
            <a:ln w="14288">
              <a:solidFill>
                <a:srgbClr val="B9CDDA"/>
              </a:solidFill>
            </a:ln>
          </p:spPr>
        </p:sp>
        <p:sp>
          <p:nvSpPr>
            <p:cNvPr id="115" name="text-101"/>
            <p:cNvSpPr>
              <a:spLocks noGrp="1"/>
            </p:cNvSpPr>
            <p:nvPr/>
          </p:nvSpPr>
          <p:spPr>
            <a:xfrm>
              <a:off x="52159" y="35400"/>
              <a:ext cx="6060"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Gain/loss framing</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experiment</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16" name="panel-102"/>
            <p:cNvSpPr>
              <a:spLocks noGrp="1"/>
            </p:cNvSpPr>
            <p:nvPr/>
          </p:nvSpPr>
          <p:spPr>
            <a:xfrm>
              <a:off x="59089" y="35175"/>
              <a:ext cx="6819" cy="1725"/>
            </a:xfrm>
            <a:prstGeom prst="rect">
              <a:avLst/>
            </a:prstGeom>
            <a:solidFill>
              <a:srgbClr val="EEF6F6"/>
            </a:solidFill>
            <a:ln w="14288">
              <a:solidFill>
                <a:srgbClr val="B9CDDA"/>
              </a:solidFill>
            </a:ln>
          </p:spPr>
        </p:sp>
        <p:sp>
          <p:nvSpPr>
            <p:cNvPr id="117" name="text-103"/>
            <p:cNvSpPr>
              <a:spLocks noGrp="1"/>
            </p:cNvSpPr>
            <p:nvPr/>
          </p:nvSpPr>
          <p:spPr>
            <a:xfrm>
              <a:off x="59359" y="35400"/>
              <a:ext cx="6279" cy="1350"/>
            </a:xfrm>
            <a:prstGeom prst="rect">
              <a:avLst/>
            </a:prstGeom>
            <a:noFill/>
            <a:ln>
              <a:noFill/>
            </a:ln>
          </p:spPr>
          <p:txBody>
            <a:bodyPr wrap="square" lIns="0" tIns="0" rIns="0" bIns="0" anchor="t">
              <a:noAutofit/>
            </a:bodyPr>
            <a:lstStyle>
              <a:defPPr algn="ctr">
                <a:defRPr sz="2400" b="0">
                  <a:solidFill>
                    <a:srgbClr val="172C43"/>
                  </a:solidFill>
                  <a:latin typeface="Arial" panose="020B0604020202090204"/>
                  <a:ea typeface="Arial" panose="020B0604020202090204"/>
                  <a:cs typeface="Arial" panose="020B0604020202090204"/>
                </a:defRPr>
              </a:defPPr>
              <a:lvl1pPr algn="ctr">
                <a:defRPr sz="2400" b="0">
                  <a:solidFill>
                    <a:srgbClr val="172C43"/>
                  </a:solidFill>
                  <a:latin typeface="Arial" panose="020B0604020202090204"/>
                  <a:ea typeface="Arial" panose="020B0604020202090204"/>
                  <a:cs typeface="Arial" panose="020B0604020202090204"/>
                </a:defRPr>
              </a:lvl1pPr>
              <a:lvl2pPr algn="ctr">
                <a:defRPr sz="2400" b="0">
                  <a:solidFill>
                    <a:srgbClr val="172C43"/>
                  </a:solidFill>
                  <a:latin typeface="Arial" panose="020B0604020202090204"/>
                  <a:ea typeface="Arial" panose="020B0604020202090204"/>
                  <a:cs typeface="Arial" panose="020B0604020202090204"/>
                </a:defRPr>
              </a:lvl2pPr>
              <a:lvl3pPr algn="ctr">
                <a:defRPr sz="2400" b="0">
                  <a:solidFill>
                    <a:srgbClr val="172C43"/>
                  </a:solidFill>
                  <a:latin typeface="Arial" panose="020B0604020202090204"/>
                  <a:ea typeface="Arial" panose="020B0604020202090204"/>
                  <a:cs typeface="Arial" panose="020B0604020202090204"/>
                </a:defRPr>
              </a:lvl3pPr>
              <a:lvl4pPr algn="ctr">
                <a:defRPr sz="2400" b="0">
                  <a:solidFill>
                    <a:srgbClr val="172C43"/>
                  </a:solidFill>
                  <a:latin typeface="Arial" panose="020B0604020202090204"/>
                  <a:ea typeface="Arial" panose="020B0604020202090204"/>
                  <a:cs typeface="Arial" panose="020B0604020202090204"/>
                </a:defRPr>
              </a:lvl4pPr>
              <a:lvl5pPr algn="ctr">
                <a:defRPr sz="2400" b="0">
                  <a:solidFill>
                    <a:srgbClr val="172C43"/>
                  </a:solidFill>
                  <a:latin typeface="Arial" panose="020B0604020202090204"/>
                  <a:ea typeface="Arial" panose="020B0604020202090204"/>
                  <a:cs typeface="Arial" panose="020B0604020202090204"/>
                </a:defRPr>
              </a:lvl5pPr>
              <a:lvl6pPr algn="ctr">
                <a:defRPr sz="2400" b="0">
                  <a:solidFill>
                    <a:srgbClr val="172C43"/>
                  </a:solidFill>
                  <a:latin typeface="Arial" panose="020B0604020202090204"/>
                  <a:ea typeface="Arial" panose="020B0604020202090204"/>
                  <a:cs typeface="Arial" panose="020B0604020202090204"/>
                </a:defRPr>
              </a:lvl6pPr>
              <a:lvl7pPr algn="ctr">
                <a:defRPr sz="2400" b="0">
                  <a:solidFill>
                    <a:srgbClr val="172C43"/>
                  </a:solidFill>
                  <a:latin typeface="Arial" panose="020B0604020202090204"/>
                  <a:ea typeface="Arial" panose="020B0604020202090204"/>
                  <a:cs typeface="Arial" panose="020B0604020202090204"/>
                </a:defRPr>
              </a:lvl7pPr>
              <a:lvl8pPr algn="ctr">
                <a:defRPr sz="2400" b="0">
                  <a:solidFill>
                    <a:srgbClr val="172C43"/>
                  </a:solidFill>
                  <a:latin typeface="Arial" panose="020B0604020202090204"/>
                  <a:ea typeface="Arial" panose="020B0604020202090204"/>
                  <a:cs typeface="Arial" panose="020B0604020202090204"/>
                </a:defRPr>
              </a:lvl8pPr>
              <a:lvl9pPr algn="ctr">
                <a:defRPr sz="2400" b="0">
                  <a:solidFill>
                    <a:srgbClr val="172C43"/>
                  </a:solidFill>
                  <a:latin typeface="Arial" panose="020B0604020202090204"/>
                  <a:ea typeface="Arial" panose="020B0604020202090204"/>
                  <a:cs typeface="Arial" panose="020B0604020202090204"/>
                </a:defRPr>
              </a:lvl9pPr>
            </a:lstStyle>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Does framing</a:t>
              </a:r>
              <a:endParaRPr sz="2400" b="0">
                <a:solidFill>
                  <a:srgbClr val="172C43"/>
                </a:solidFill>
                <a:latin typeface="Times New Roman Regular" panose="02020503050405090304" charset="0"/>
                <a:ea typeface="Arial" panose="020B0604020202090204"/>
                <a:cs typeface="Times New Roman Regular" panose="02020503050405090304" charset="0"/>
              </a:endParaRPr>
            </a:p>
            <a:p>
              <a:pPr algn="ctr">
                <a:defRPr sz="2400" b="0">
                  <a:solidFill>
                    <a:srgbClr val="172C43"/>
                  </a:solidFill>
                  <a:latin typeface="Arial" panose="020B0604020202090204"/>
                  <a:ea typeface="Arial" panose="020B0604020202090204"/>
                  <a:cs typeface="Arial" panose="020B0604020202090204"/>
                </a:defRPr>
              </a:pPr>
              <a:r>
                <a:rPr sz="2400" b="0">
                  <a:solidFill>
                    <a:srgbClr val="172C43"/>
                  </a:solidFill>
                  <a:latin typeface="Times New Roman Regular" panose="02020503050405090304" charset="0"/>
                  <a:ea typeface="Arial" panose="020B0604020202090204"/>
                  <a:cs typeface="Times New Roman Regular" panose="02020503050405090304" charset="0"/>
                </a:rPr>
                <a:t>change shading?</a:t>
              </a:r>
              <a:endParaRPr sz="24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20" name="text-104"/>
            <p:cNvSpPr>
              <a:spLocks noGrp="1"/>
            </p:cNvSpPr>
            <p:nvPr/>
          </p:nvSpPr>
          <p:spPr>
            <a:xfrm>
              <a:off x="45139" y="37425"/>
              <a:ext cx="20769" cy="750"/>
            </a:xfrm>
            <a:prstGeom prst="rect">
              <a:avLst/>
            </a:prstGeom>
            <a:noFill/>
            <a:ln>
              <a:noFill/>
            </a:ln>
          </p:spPr>
          <p:txBody>
            <a:bodyPr wrap="square" lIns="0" tIns="0" rIns="0" bIns="0" anchor="t">
              <a:noAutofit/>
            </a:bodyPr>
            <a:lstStyle>
              <a:defPPr algn="l">
                <a:defRPr sz="2550" b="1">
                  <a:solidFill>
                    <a:srgbClr val="087F82"/>
                  </a:solidFill>
                  <a:latin typeface="Arial" panose="020B0604020202090204"/>
                  <a:ea typeface="Arial" panose="020B0604020202090204"/>
                  <a:cs typeface="Arial" panose="020B0604020202090204"/>
                </a:defRPr>
              </a:defPPr>
              <a:lvl1pPr algn="l">
                <a:defRPr sz="2550" b="1">
                  <a:solidFill>
                    <a:srgbClr val="087F82"/>
                  </a:solidFill>
                  <a:latin typeface="Arial" panose="020B0604020202090204"/>
                  <a:ea typeface="Arial" panose="020B0604020202090204"/>
                  <a:cs typeface="Arial" panose="020B0604020202090204"/>
                </a:defRPr>
              </a:lvl1pPr>
              <a:lvl2pPr algn="l">
                <a:defRPr sz="2550" b="1">
                  <a:solidFill>
                    <a:srgbClr val="087F82"/>
                  </a:solidFill>
                  <a:latin typeface="Arial" panose="020B0604020202090204"/>
                  <a:ea typeface="Arial" panose="020B0604020202090204"/>
                  <a:cs typeface="Arial" panose="020B0604020202090204"/>
                </a:defRPr>
              </a:lvl2pPr>
              <a:lvl3pPr algn="l">
                <a:defRPr sz="2550" b="1">
                  <a:solidFill>
                    <a:srgbClr val="087F82"/>
                  </a:solidFill>
                  <a:latin typeface="Arial" panose="020B0604020202090204"/>
                  <a:ea typeface="Arial" panose="020B0604020202090204"/>
                  <a:cs typeface="Arial" panose="020B0604020202090204"/>
                </a:defRPr>
              </a:lvl3pPr>
              <a:lvl4pPr algn="l">
                <a:defRPr sz="2550" b="1">
                  <a:solidFill>
                    <a:srgbClr val="087F82"/>
                  </a:solidFill>
                  <a:latin typeface="Arial" panose="020B0604020202090204"/>
                  <a:ea typeface="Arial" panose="020B0604020202090204"/>
                  <a:cs typeface="Arial" panose="020B0604020202090204"/>
                </a:defRPr>
              </a:lvl4pPr>
              <a:lvl5pPr algn="l">
                <a:defRPr sz="2550" b="1">
                  <a:solidFill>
                    <a:srgbClr val="087F82"/>
                  </a:solidFill>
                  <a:latin typeface="Arial" panose="020B0604020202090204"/>
                  <a:ea typeface="Arial" panose="020B0604020202090204"/>
                  <a:cs typeface="Arial" panose="020B0604020202090204"/>
                </a:defRPr>
              </a:lvl5pPr>
              <a:lvl6pPr algn="l">
                <a:defRPr sz="2550" b="1">
                  <a:solidFill>
                    <a:srgbClr val="087F82"/>
                  </a:solidFill>
                  <a:latin typeface="Arial" panose="020B0604020202090204"/>
                  <a:ea typeface="Arial" panose="020B0604020202090204"/>
                  <a:cs typeface="Arial" panose="020B0604020202090204"/>
                </a:defRPr>
              </a:lvl6pPr>
              <a:lvl7pPr algn="l">
                <a:defRPr sz="2550" b="1">
                  <a:solidFill>
                    <a:srgbClr val="087F82"/>
                  </a:solidFill>
                  <a:latin typeface="Arial" panose="020B0604020202090204"/>
                  <a:ea typeface="Arial" panose="020B0604020202090204"/>
                  <a:cs typeface="Arial" panose="020B0604020202090204"/>
                </a:defRPr>
              </a:lvl7pPr>
              <a:lvl8pPr algn="l">
                <a:defRPr sz="2550" b="1">
                  <a:solidFill>
                    <a:srgbClr val="087F82"/>
                  </a:solidFill>
                  <a:latin typeface="Arial" panose="020B0604020202090204"/>
                  <a:ea typeface="Arial" panose="020B0604020202090204"/>
                  <a:cs typeface="Arial" panose="020B0604020202090204"/>
                </a:defRPr>
              </a:lvl8pPr>
              <a:lvl9pPr algn="l">
                <a:defRPr sz="2550" b="1">
                  <a:solidFill>
                    <a:srgbClr val="087F82"/>
                  </a:solidFill>
                  <a:latin typeface="Arial" panose="020B0604020202090204"/>
                  <a:ea typeface="Arial" panose="020B0604020202090204"/>
                  <a:cs typeface="Arial" panose="020B0604020202090204"/>
                </a:defRPr>
              </a:lvl9pPr>
            </a:lstStyle>
            <a:p>
              <a:pPr algn="l">
                <a:defRPr sz="2550" b="1">
                  <a:solidFill>
                    <a:srgbClr val="087F82"/>
                  </a:solidFill>
                  <a:latin typeface="Arial" panose="020B0604020202090204"/>
                  <a:ea typeface="Arial" panose="020B0604020202090204"/>
                  <a:cs typeface="Arial" panose="020B0604020202090204"/>
                </a:defRPr>
              </a:pPr>
              <a:r>
                <a:rPr sz="2550">
                  <a:solidFill>
                    <a:srgbClr val="087F82"/>
                  </a:solidFill>
                  <a:latin typeface="Times New Roman" panose="02020503050405090304" charset="0"/>
                  <a:ea typeface="Arial" panose="020B0604020202090204"/>
                  <a:cs typeface="Times New Roman" panose="02020503050405090304" charset="0"/>
                </a:rPr>
                <a:t>BEHAVIORAL </a:t>
              </a:r>
              <a:r>
                <a:rPr sz="2550" b="1">
                  <a:solidFill>
                    <a:srgbClr val="087F82"/>
                  </a:solidFill>
                  <a:latin typeface="Times New Roman Regular" panose="02020503050405090304" charset="0"/>
                  <a:ea typeface="Arial" panose="020B0604020202090204"/>
                  <a:cs typeface="Times New Roman Regular" panose="02020503050405090304" charset="0"/>
                </a:rPr>
                <a:t>EVIDENCE: PLANNED / EXPLORATORY</a:t>
              </a:r>
              <a:endParaRPr sz="2550" b="1">
                <a:solidFill>
                  <a:srgbClr val="087F82"/>
                </a:solidFill>
                <a:latin typeface="Times New Roman Regular" panose="02020503050405090304" charset="0"/>
                <a:ea typeface="Arial" panose="020B0604020202090204"/>
                <a:cs typeface="Times New Roman Regular" panose="02020503050405090304" charset="0"/>
              </a:endParaRPr>
            </a:p>
          </p:txBody>
        </p:sp>
        <p:sp>
          <p:nvSpPr>
            <p:cNvPr id="121" name="text-105"/>
            <p:cNvSpPr>
              <a:spLocks noGrp="1"/>
            </p:cNvSpPr>
            <p:nvPr/>
          </p:nvSpPr>
          <p:spPr>
            <a:xfrm>
              <a:off x="45139" y="38400"/>
              <a:ext cx="20769" cy="900"/>
            </a:xfrm>
            <a:prstGeom prst="rect">
              <a:avLst/>
            </a:prstGeom>
            <a:noFill/>
            <a:ln>
              <a:noFill/>
            </a:ln>
          </p:spPr>
          <p:txBody>
            <a:bodyPr wrap="square" lIns="0" tIns="0" rIns="0" bIns="0" anchor="t">
              <a:noAutofit/>
            </a:bodyPr>
            <a:lstStyle>
              <a:defPPr algn="l">
                <a:defRPr sz="2775" b="1">
                  <a:solidFill>
                    <a:srgbClr val="073A85"/>
                  </a:solidFill>
                  <a:latin typeface="Arial" panose="020B0604020202090204"/>
                  <a:ea typeface="Arial" panose="020B0604020202090204"/>
                  <a:cs typeface="Arial" panose="020B0604020202090204"/>
                </a:defRPr>
              </a:defPPr>
              <a:lvl1pPr algn="l">
                <a:defRPr sz="2775" b="1">
                  <a:solidFill>
                    <a:srgbClr val="073A85"/>
                  </a:solidFill>
                  <a:latin typeface="Arial" panose="020B0604020202090204"/>
                  <a:ea typeface="Arial" panose="020B0604020202090204"/>
                  <a:cs typeface="Arial" panose="020B0604020202090204"/>
                </a:defRPr>
              </a:lvl1pPr>
              <a:lvl2pPr algn="l">
                <a:defRPr sz="2775" b="1">
                  <a:solidFill>
                    <a:srgbClr val="073A85"/>
                  </a:solidFill>
                  <a:latin typeface="Arial" panose="020B0604020202090204"/>
                  <a:ea typeface="Arial" panose="020B0604020202090204"/>
                  <a:cs typeface="Arial" panose="020B0604020202090204"/>
                </a:defRPr>
              </a:lvl2pPr>
              <a:lvl3pPr algn="l">
                <a:defRPr sz="2775" b="1">
                  <a:solidFill>
                    <a:srgbClr val="073A85"/>
                  </a:solidFill>
                  <a:latin typeface="Arial" panose="020B0604020202090204"/>
                  <a:ea typeface="Arial" panose="020B0604020202090204"/>
                  <a:cs typeface="Arial" panose="020B0604020202090204"/>
                </a:defRPr>
              </a:lvl3pPr>
              <a:lvl4pPr algn="l">
                <a:defRPr sz="2775" b="1">
                  <a:solidFill>
                    <a:srgbClr val="073A85"/>
                  </a:solidFill>
                  <a:latin typeface="Arial" panose="020B0604020202090204"/>
                  <a:ea typeface="Arial" panose="020B0604020202090204"/>
                  <a:cs typeface="Arial" panose="020B0604020202090204"/>
                </a:defRPr>
              </a:lvl4pPr>
              <a:lvl5pPr algn="l">
                <a:defRPr sz="2775" b="1">
                  <a:solidFill>
                    <a:srgbClr val="073A85"/>
                  </a:solidFill>
                  <a:latin typeface="Arial" panose="020B0604020202090204"/>
                  <a:ea typeface="Arial" panose="020B0604020202090204"/>
                  <a:cs typeface="Arial" panose="020B0604020202090204"/>
                </a:defRPr>
              </a:lvl5pPr>
              <a:lvl6pPr algn="l">
                <a:defRPr sz="2775" b="1">
                  <a:solidFill>
                    <a:srgbClr val="073A85"/>
                  </a:solidFill>
                  <a:latin typeface="Arial" panose="020B0604020202090204"/>
                  <a:ea typeface="Arial" panose="020B0604020202090204"/>
                  <a:cs typeface="Arial" panose="020B0604020202090204"/>
                </a:defRPr>
              </a:lvl6pPr>
              <a:lvl7pPr algn="l">
                <a:defRPr sz="2775" b="1">
                  <a:solidFill>
                    <a:srgbClr val="073A85"/>
                  </a:solidFill>
                  <a:latin typeface="Arial" panose="020B0604020202090204"/>
                  <a:ea typeface="Arial" panose="020B0604020202090204"/>
                  <a:cs typeface="Arial" panose="020B0604020202090204"/>
                </a:defRPr>
              </a:lvl7pPr>
              <a:lvl8pPr algn="l">
                <a:defRPr sz="2775" b="1">
                  <a:solidFill>
                    <a:srgbClr val="073A85"/>
                  </a:solidFill>
                  <a:latin typeface="Arial" panose="020B0604020202090204"/>
                  <a:ea typeface="Arial" panose="020B0604020202090204"/>
                  <a:cs typeface="Arial" panose="020B0604020202090204"/>
                </a:defRPr>
              </a:lvl8pPr>
              <a:lvl9pPr algn="l">
                <a:defRPr sz="2775" b="1">
                  <a:solidFill>
                    <a:srgbClr val="073A85"/>
                  </a:solidFill>
                  <a:latin typeface="Arial" panose="020B0604020202090204"/>
                  <a:ea typeface="Arial" panose="020B0604020202090204"/>
                  <a:cs typeface="Arial" panose="020B0604020202090204"/>
                </a:defRPr>
              </a:lvl9pPr>
            </a:lstStyle>
            <a:p>
              <a:pPr algn="l">
                <a:defRPr sz="2775" b="1">
                  <a:solidFill>
                    <a:srgbClr val="073A85"/>
                  </a:solidFill>
                  <a:latin typeface="Arial" panose="020B0604020202090204"/>
                  <a:ea typeface="Arial" panose="020B0604020202090204"/>
                  <a:cs typeface="Arial" panose="020B0604020202090204"/>
                </a:defRPr>
              </a:pPr>
              <a:r>
                <a:rPr sz="2775">
                  <a:solidFill>
                    <a:srgbClr val="073A85"/>
                  </a:solidFill>
                  <a:latin typeface="Times New Roman" panose="02020503050405090304" charset="0"/>
                  <a:ea typeface="Arial" panose="020B0604020202090204"/>
                  <a:cs typeface="Times New Roman" panose="02020503050405090304" charset="0"/>
                </a:rPr>
                <a:t>Stronger evidence for conditional institutional adoption</a:t>
              </a:r>
              <a:endParaRPr sz="2775">
                <a:solidFill>
                  <a:srgbClr val="073A85"/>
                </a:solidFill>
                <a:latin typeface="Times New Roman" panose="02020503050405090304" charset="0"/>
                <a:ea typeface="Arial" panose="020B0604020202090204"/>
                <a:cs typeface="Times New Roman" panose="02020503050405090304" charset="0"/>
              </a:endParaRPr>
            </a:p>
          </p:txBody>
        </p:sp>
        <p:sp>
          <p:nvSpPr>
            <p:cNvPr id="122" name="panel-106"/>
            <p:cNvSpPr>
              <a:spLocks noGrp="1"/>
            </p:cNvSpPr>
            <p:nvPr/>
          </p:nvSpPr>
          <p:spPr>
            <a:xfrm>
              <a:off x="1500" y="40050"/>
              <a:ext cx="64408" cy="1500"/>
            </a:xfrm>
            <a:prstGeom prst="rect">
              <a:avLst/>
            </a:prstGeom>
            <a:solidFill>
              <a:srgbClr val="073A85"/>
            </a:solidFill>
            <a:ln w="14288">
              <a:noFill/>
            </a:ln>
          </p:spPr>
        </p:sp>
        <p:sp>
          <p:nvSpPr>
            <p:cNvPr id="123" name="text-107"/>
            <p:cNvSpPr>
              <a:spLocks noGrp="1"/>
            </p:cNvSpPr>
            <p:nvPr/>
          </p:nvSpPr>
          <p:spPr>
            <a:xfrm>
              <a:off x="1875" y="40425"/>
              <a:ext cx="63658" cy="900"/>
            </a:xfrm>
            <a:prstGeom prst="rect">
              <a:avLst/>
            </a:prstGeom>
            <a:noFill/>
            <a:ln>
              <a:noFill/>
            </a:ln>
          </p:spPr>
          <p:txBody>
            <a:bodyPr wrap="square" lIns="0" tIns="0" rIns="0" bIns="0" anchor="t">
              <a:noAutofit/>
            </a:bodyPr>
            <a:lstStyle>
              <a:defPPr algn="l">
                <a:defRPr sz="3000" b="1">
                  <a:solidFill>
                    <a:srgbClr val="FFFFFF"/>
                  </a:solidFill>
                  <a:latin typeface="Arial" panose="020B0604020202090204"/>
                  <a:ea typeface="Arial" panose="020B0604020202090204"/>
                  <a:cs typeface="Arial" panose="020B0604020202090204"/>
                </a:defRPr>
              </a:defPPr>
              <a:lvl1pPr algn="l">
                <a:defRPr sz="3000" b="1">
                  <a:solidFill>
                    <a:srgbClr val="FFFFFF"/>
                  </a:solidFill>
                  <a:latin typeface="Arial" panose="020B0604020202090204"/>
                  <a:ea typeface="Arial" panose="020B0604020202090204"/>
                  <a:cs typeface="Arial" panose="020B0604020202090204"/>
                </a:defRPr>
              </a:lvl1pPr>
              <a:lvl2pPr algn="l">
                <a:defRPr sz="3000" b="1">
                  <a:solidFill>
                    <a:srgbClr val="FFFFFF"/>
                  </a:solidFill>
                  <a:latin typeface="Arial" panose="020B0604020202090204"/>
                  <a:ea typeface="Arial" panose="020B0604020202090204"/>
                  <a:cs typeface="Arial" panose="020B0604020202090204"/>
                </a:defRPr>
              </a:lvl2pPr>
              <a:lvl3pPr algn="l">
                <a:defRPr sz="3000" b="1">
                  <a:solidFill>
                    <a:srgbClr val="FFFFFF"/>
                  </a:solidFill>
                  <a:latin typeface="Arial" panose="020B0604020202090204"/>
                  <a:ea typeface="Arial" panose="020B0604020202090204"/>
                  <a:cs typeface="Arial" panose="020B0604020202090204"/>
                </a:defRPr>
              </a:lvl3pPr>
              <a:lvl4pPr algn="l">
                <a:defRPr sz="3000" b="1">
                  <a:solidFill>
                    <a:srgbClr val="FFFFFF"/>
                  </a:solidFill>
                  <a:latin typeface="Arial" panose="020B0604020202090204"/>
                  <a:ea typeface="Arial" panose="020B0604020202090204"/>
                  <a:cs typeface="Arial" panose="020B0604020202090204"/>
                </a:defRPr>
              </a:lvl4pPr>
              <a:lvl5pPr algn="l">
                <a:defRPr sz="3000" b="1">
                  <a:solidFill>
                    <a:srgbClr val="FFFFFF"/>
                  </a:solidFill>
                  <a:latin typeface="Arial" panose="020B0604020202090204"/>
                  <a:ea typeface="Arial" panose="020B0604020202090204"/>
                  <a:cs typeface="Arial" panose="020B0604020202090204"/>
                </a:defRPr>
              </a:lvl5pPr>
              <a:lvl6pPr algn="l">
                <a:defRPr sz="3000" b="1">
                  <a:solidFill>
                    <a:srgbClr val="FFFFFF"/>
                  </a:solidFill>
                  <a:latin typeface="Arial" panose="020B0604020202090204"/>
                  <a:ea typeface="Arial" panose="020B0604020202090204"/>
                  <a:cs typeface="Arial" panose="020B0604020202090204"/>
                </a:defRPr>
              </a:lvl6pPr>
              <a:lvl7pPr algn="l">
                <a:defRPr sz="3000" b="1">
                  <a:solidFill>
                    <a:srgbClr val="FFFFFF"/>
                  </a:solidFill>
                  <a:latin typeface="Arial" panose="020B0604020202090204"/>
                  <a:ea typeface="Arial" panose="020B0604020202090204"/>
                  <a:cs typeface="Arial" panose="020B0604020202090204"/>
                </a:defRPr>
              </a:lvl7pPr>
              <a:lvl8pPr algn="l">
                <a:defRPr sz="3000" b="1">
                  <a:solidFill>
                    <a:srgbClr val="FFFFFF"/>
                  </a:solidFill>
                  <a:latin typeface="Arial" panose="020B0604020202090204"/>
                  <a:ea typeface="Arial" panose="020B0604020202090204"/>
                  <a:cs typeface="Arial" panose="020B0604020202090204"/>
                </a:defRPr>
              </a:lvl8pPr>
              <a:lvl9pPr algn="l">
                <a:defRPr sz="3000" b="1">
                  <a:solidFill>
                    <a:srgbClr val="FFFFFF"/>
                  </a:solidFill>
                  <a:latin typeface="Arial" panose="020B0604020202090204"/>
                  <a:ea typeface="Arial" panose="020B0604020202090204"/>
                  <a:cs typeface="Arial" panose="020B0604020202090204"/>
                </a:defRPr>
              </a:lvl9pPr>
            </a:lstStyle>
            <a:p>
              <a:pPr algn="l">
                <a:defRPr sz="3000" b="1">
                  <a:solidFill>
                    <a:srgbClr val="FFFFFF"/>
                  </a:solidFill>
                  <a:latin typeface="Arial" panose="020B0604020202090204"/>
                  <a:ea typeface="Arial" panose="020B0604020202090204"/>
                  <a:cs typeface="Arial" panose="020B0604020202090204"/>
                </a:defRPr>
              </a:pPr>
              <a:r>
                <a:rPr sz="3000">
                  <a:solidFill>
                    <a:srgbClr val="FFFFFF"/>
                  </a:solidFill>
                  <a:latin typeface="Times New Roman" panose="02020503050405090304" charset="0"/>
                  <a:ea typeface="Arial" panose="020B0604020202090204"/>
                  <a:cs typeface="Times New Roman" panose="02020503050405090304" charset="0"/>
                </a:rPr>
                <a:t>TAKEAWAY   A reserve is justified only when the institution values added risk coverage enough to offset displaced private value.</a:t>
              </a:r>
              <a:endParaRPr sz="3000">
                <a:solidFill>
                  <a:srgbClr val="FFFFFF"/>
                </a:solidFill>
                <a:latin typeface="Times New Roman" panose="02020503050405090304" charset="0"/>
                <a:ea typeface="Arial" panose="020B0604020202090204"/>
                <a:cs typeface="Times New Roman" panose="02020503050405090304" charset="0"/>
              </a:endParaRPr>
            </a:p>
          </p:txBody>
        </p:sp>
        <p:sp>
          <p:nvSpPr>
            <p:cNvPr id="124" name="text-108"/>
            <p:cNvSpPr>
              <a:spLocks noGrp="1"/>
            </p:cNvSpPr>
            <p:nvPr/>
          </p:nvSpPr>
          <p:spPr>
            <a:xfrm>
              <a:off x="1500" y="42150"/>
              <a:ext cx="25350" cy="675"/>
            </a:xfrm>
            <a:prstGeom prst="rect">
              <a:avLst/>
            </a:prstGeom>
            <a:noFill/>
            <a:ln>
              <a:noFill/>
            </a:ln>
          </p:spPr>
          <p:txBody>
            <a:bodyPr wrap="square" lIns="0" tIns="0" rIns="0" bIns="0" anchor="t">
              <a:noAutofit/>
            </a:bodyPr>
            <a:lstStyle>
              <a:defPPr algn="l">
                <a:defRPr sz="2325" b="1">
                  <a:solidFill>
                    <a:srgbClr val="073A85"/>
                  </a:solidFill>
                  <a:latin typeface="Arial" panose="020B0604020202090204"/>
                  <a:ea typeface="Arial" panose="020B0604020202090204"/>
                  <a:cs typeface="Arial" panose="020B0604020202090204"/>
                </a:defRPr>
              </a:defPPr>
              <a:lvl1pPr algn="l">
                <a:defRPr sz="2325" b="1">
                  <a:solidFill>
                    <a:srgbClr val="073A85"/>
                  </a:solidFill>
                  <a:latin typeface="Arial" panose="020B0604020202090204"/>
                  <a:ea typeface="Arial" panose="020B0604020202090204"/>
                  <a:cs typeface="Arial" panose="020B0604020202090204"/>
                </a:defRPr>
              </a:lvl1pPr>
              <a:lvl2pPr algn="l">
                <a:defRPr sz="2325" b="1">
                  <a:solidFill>
                    <a:srgbClr val="073A85"/>
                  </a:solidFill>
                  <a:latin typeface="Arial" panose="020B0604020202090204"/>
                  <a:ea typeface="Arial" panose="020B0604020202090204"/>
                  <a:cs typeface="Arial" panose="020B0604020202090204"/>
                </a:defRPr>
              </a:lvl2pPr>
              <a:lvl3pPr algn="l">
                <a:defRPr sz="2325" b="1">
                  <a:solidFill>
                    <a:srgbClr val="073A85"/>
                  </a:solidFill>
                  <a:latin typeface="Arial" panose="020B0604020202090204"/>
                  <a:ea typeface="Arial" panose="020B0604020202090204"/>
                  <a:cs typeface="Arial" panose="020B0604020202090204"/>
                </a:defRPr>
              </a:lvl3pPr>
              <a:lvl4pPr algn="l">
                <a:defRPr sz="2325" b="1">
                  <a:solidFill>
                    <a:srgbClr val="073A85"/>
                  </a:solidFill>
                  <a:latin typeface="Arial" panose="020B0604020202090204"/>
                  <a:ea typeface="Arial" panose="020B0604020202090204"/>
                  <a:cs typeface="Arial" panose="020B0604020202090204"/>
                </a:defRPr>
              </a:lvl4pPr>
              <a:lvl5pPr algn="l">
                <a:defRPr sz="2325" b="1">
                  <a:solidFill>
                    <a:srgbClr val="073A85"/>
                  </a:solidFill>
                  <a:latin typeface="Arial" panose="020B0604020202090204"/>
                  <a:ea typeface="Arial" panose="020B0604020202090204"/>
                  <a:cs typeface="Arial" panose="020B0604020202090204"/>
                </a:defRPr>
              </a:lvl5pPr>
              <a:lvl6pPr algn="l">
                <a:defRPr sz="2325" b="1">
                  <a:solidFill>
                    <a:srgbClr val="073A85"/>
                  </a:solidFill>
                  <a:latin typeface="Arial" panose="020B0604020202090204"/>
                  <a:ea typeface="Arial" panose="020B0604020202090204"/>
                  <a:cs typeface="Arial" panose="020B0604020202090204"/>
                </a:defRPr>
              </a:lvl6pPr>
              <a:lvl7pPr algn="l">
                <a:defRPr sz="2325" b="1">
                  <a:solidFill>
                    <a:srgbClr val="073A85"/>
                  </a:solidFill>
                  <a:latin typeface="Arial" panose="020B0604020202090204"/>
                  <a:ea typeface="Arial" panose="020B0604020202090204"/>
                  <a:cs typeface="Arial" panose="020B0604020202090204"/>
                </a:defRPr>
              </a:lvl7pPr>
              <a:lvl8pPr algn="l">
                <a:defRPr sz="2325" b="1">
                  <a:solidFill>
                    <a:srgbClr val="073A85"/>
                  </a:solidFill>
                  <a:latin typeface="Arial" panose="020B0604020202090204"/>
                  <a:ea typeface="Arial" panose="020B0604020202090204"/>
                  <a:cs typeface="Arial" panose="020B0604020202090204"/>
                </a:defRPr>
              </a:lvl8pPr>
              <a:lvl9pPr algn="l">
                <a:defRPr sz="2325" b="1">
                  <a:solidFill>
                    <a:srgbClr val="073A85"/>
                  </a:solidFill>
                  <a:latin typeface="Arial" panose="020B0604020202090204"/>
                  <a:ea typeface="Arial" panose="020B0604020202090204"/>
                  <a:cs typeface="Arial" panose="020B0604020202090204"/>
                </a:defRPr>
              </a:lvl9pPr>
            </a:lstStyle>
            <a:p>
              <a:pPr algn="l">
                <a:defRPr sz="2325" b="1">
                  <a:solidFill>
                    <a:srgbClr val="073A85"/>
                  </a:solidFill>
                  <a:latin typeface="Arial" panose="020B0604020202090204"/>
                  <a:ea typeface="Arial" panose="020B0604020202090204"/>
                  <a:cs typeface="Arial" panose="020B0604020202090204"/>
                </a:defRPr>
              </a:pPr>
              <a:r>
                <a:rPr sz="2325" b="1">
                  <a:solidFill>
                    <a:srgbClr val="073A85"/>
                  </a:solidFill>
                  <a:latin typeface="Times New Roman Regular" panose="02020503050405090304" charset="0"/>
                  <a:ea typeface="Arial" panose="020B0604020202090204"/>
                  <a:cs typeface="Times New Roman Regular" panose="02020503050405090304" charset="0"/>
                </a:rPr>
                <a:t>ACKNOWLEDGMENTS &amp; CONTRIBUTIONS</a:t>
              </a:r>
              <a:endParaRPr sz="2325"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125" name="text-109"/>
            <p:cNvSpPr>
              <a:spLocks noGrp="1"/>
            </p:cNvSpPr>
            <p:nvPr/>
          </p:nvSpPr>
          <p:spPr>
            <a:xfrm>
              <a:off x="1500" y="43050"/>
              <a:ext cx="25350" cy="3600"/>
            </a:xfrm>
            <a:prstGeom prst="rect">
              <a:avLst/>
            </a:prstGeom>
            <a:noFill/>
            <a:ln>
              <a:noFill/>
            </a:ln>
          </p:spPr>
          <p:txBody>
            <a:bodyPr wrap="square" lIns="0" tIns="0" rIns="0" bIns="0" anchor="t">
              <a:noAutofit/>
            </a:bodyPr>
            <a:lstStyle>
              <a:defPPr algn="l">
                <a:defRPr sz="2100" b="0">
                  <a:solidFill>
                    <a:srgbClr val="172C43"/>
                  </a:solidFill>
                  <a:latin typeface="Arial" panose="020B0604020202090204"/>
                  <a:ea typeface="Arial" panose="020B0604020202090204"/>
                  <a:cs typeface="Arial" panose="020B0604020202090204"/>
                </a:defRPr>
              </a:defPPr>
              <a:lvl1pPr algn="l">
                <a:defRPr sz="2100" b="0">
                  <a:solidFill>
                    <a:srgbClr val="172C43"/>
                  </a:solidFill>
                  <a:latin typeface="Arial" panose="020B0604020202090204"/>
                  <a:ea typeface="Arial" panose="020B0604020202090204"/>
                  <a:cs typeface="Arial" panose="020B0604020202090204"/>
                </a:defRPr>
              </a:lvl1pPr>
              <a:lvl2pPr algn="l">
                <a:defRPr sz="2100" b="0">
                  <a:solidFill>
                    <a:srgbClr val="172C43"/>
                  </a:solidFill>
                  <a:latin typeface="Arial" panose="020B0604020202090204"/>
                  <a:ea typeface="Arial" panose="020B0604020202090204"/>
                  <a:cs typeface="Arial" panose="020B0604020202090204"/>
                </a:defRPr>
              </a:lvl2pPr>
              <a:lvl3pPr algn="l">
                <a:defRPr sz="2100" b="0">
                  <a:solidFill>
                    <a:srgbClr val="172C43"/>
                  </a:solidFill>
                  <a:latin typeface="Arial" panose="020B0604020202090204"/>
                  <a:ea typeface="Arial" panose="020B0604020202090204"/>
                  <a:cs typeface="Arial" panose="020B0604020202090204"/>
                </a:defRPr>
              </a:lvl3pPr>
              <a:lvl4pPr algn="l">
                <a:defRPr sz="2100" b="0">
                  <a:solidFill>
                    <a:srgbClr val="172C43"/>
                  </a:solidFill>
                  <a:latin typeface="Arial" panose="020B0604020202090204"/>
                  <a:ea typeface="Arial" panose="020B0604020202090204"/>
                  <a:cs typeface="Arial" panose="020B0604020202090204"/>
                </a:defRPr>
              </a:lvl4pPr>
              <a:lvl5pPr algn="l">
                <a:defRPr sz="2100" b="0">
                  <a:solidFill>
                    <a:srgbClr val="172C43"/>
                  </a:solidFill>
                  <a:latin typeface="Arial" panose="020B0604020202090204"/>
                  <a:ea typeface="Arial" panose="020B0604020202090204"/>
                  <a:cs typeface="Arial" panose="020B0604020202090204"/>
                </a:defRPr>
              </a:lvl5pPr>
              <a:lvl6pPr algn="l">
                <a:defRPr sz="2100" b="0">
                  <a:solidFill>
                    <a:srgbClr val="172C43"/>
                  </a:solidFill>
                  <a:latin typeface="Arial" panose="020B0604020202090204"/>
                  <a:ea typeface="Arial" panose="020B0604020202090204"/>
                  <a:cs typeface="Arial" panose="020B0604020202090204"/>
                </a:defRPr>
              </a:lvl6pPr>
              <a:lvl7pPr algn="l">
                <a:defRPr sz="2100" b="0">
                  <a:solidFill>
                    <a:srgbClr val="172C43"/>
                  </a:solidFill>
                  <a:latin typeface="Arial" panose="020B0604020202090204"/>
                  <a:ea typeface="Arial" panose="020B0604020202090204"/>
                  <a:cs typeface="Arial" panose="020B0604020202090204"/>
                </a:defRPr>
              </a:lvl7pPr>
              <a:lvl8pPr algn="l">
                <a:defRPr sz="2100" b="0">
                  <a:solidFill>
                    <a:srgbClr val="172C43"/>
                  </a:solidFill>
                  <a:latin typeface="Arial" panose="020B0604020202090204"/>
                  <a:ea typeface="Arial" panose="020B0604020202090204"/>
                  <a:cs typeface="Arial" panose="020B0604020202090204"/>
                </a:defRPr>
              </a:lvl8pPr>
              <a:lvl9pPr algn="l">
                <a:defRPr sz="2100" b="0">
                  <a:solidFill>
                    <a:srgbClr val="172C43"/>
                  </a:solidFill>
                  <a:latin typeface="Arial" panose="020B0604020202090204"/>
                  <a:ea typeface="Arial" panose="020B0604020202090204"/>
                  <a:cs typeface="Arial" panose="020B0604020202090204"/>
                </a:defRPr>
              </a:lvl9pPr>
            </a:lstStyle>
            <a:p>
              <a:pPr algn="l">
                <a:defRPr sz="2100" b="0">
                  <a:solidFill>
                    <a:srgbClr val="172C43"/>
                  </a:solidFill>
                  <a:latin typeface="Arial" panose="020B0604020202090204"/>
                  <a:ea typeface="Arial" panose="020B0604020202090204"/>
                  <a:cs typeface="Arial" panose="020B0604020202090204"/>
                </a:defRPr>
              </a:pPr>
              <a:r>
                <a:rPr sz="2100" b="0">
                  <a:solidFill>
                    <a:srgbClr val="172C43"/>
                  </a:solidFill>
                  <a:latin typeface="Times New Roman Regular" panose="02020503050405090304" charset="0"/>
                  <a:ea typeface="Arial" panose="020B0604020202090204"/>
                  <a:cs typeface="Times New Roman Regular" panose="02020503050405090304" charset="0"/>
                </a:rPr>
                <a:t>Prof. </a:t>
              </a:r>
              <a:r>
                <a:rPr sz="2100" b="1">
                  <a:solidFill>
                    <a:srgbClr val="172C43"/>
                  </a:solidFill>
                  <a:latin typeface="Times New Roman" panose="02020503050405090304" charset="0"/>
                  <a:ea typeface="Arial" panose="020B0604020202090204"/>
                  <a:cs typeface="Times New Roman" panose="02020503050405090304" charset="0"/>
                </a:rPr>
                <a:t>Luyao Zhang</a:t>
              </a:r>
              <a:r>
                <a:rPr sz="2100" b="0">
                  <a:solidFill>
                    <a:srgbClr val="172C43"/>
                  </a:solidFill>
                  <a:latin typeface="Times New Roman Regular" panose="02020503050405090304" charset="0"/>
                  <a:ea typeface="Arial" panose="020B0604020202090204"/>
                  <a:cs typeface="Times New Roman Regular" panose="02020503050405090304" charset="0"/>
                </a:rPr>
                <a:t>; Prof. </a:t>
              </a:r>
              <a:r>
                <a:rPr sz="2100" b="1">
                  <a:solidFill>
                    <a:srgbClr val="172C43"/>
                  </a:solidFill>
                  <a:latin typeface="Times New Roman" panose="02020503050405090304" charset="0"/>
                  <a:ea typeface="Arial" panose="020B0604020202090204"/>
                  <a:cs typeface="Times New Roman" panose="02020503050405090304" charset="0"/>
                </a:rPr>
                <a:t>Kenneth S. (Ken) Rogerson; Han Zhang; Temur Akhtamjonov; Mustafa Ayub Khan; Gihun Lee; Longfei Jing; Jiayang Sun</a:t>
              </a:r>
              <a:r>
                <a:rPr sz="2100" b="0">
                  <a:solidFill>
                    <a:srgbClr val="172C43"/>
                  </a:solidFill>
                  <a:latin typeface="Times New Roman Regular" panose="02020503050405090304" charset="0"/>
                  <a:ea typeface="Arial" panose="020B0604020202090204"/>
                  <a:cs typeface="Times New Roman Regular" panose="02020503050405090304" charset="0"/>
                </a:rPr>
                <a:t>; and the COMSCI/ECON 206 community. Field-learning settings: Tencent’s Shanghai office and Shanghai Science and Technology Museum (no project data or endorsement).</a:t>
              </a:r>
              <a:endParaRPr sz="2100" b="0">
                <a:solidFill>
                  <a:srgbClr val="172C43"/>
                </a:solidFill>
                <a:latin typeface="Times New Roman Regular" panose="02020503050405090304" charset="0"/>
                <a:ea typeface="Arial" panose="020B0604020202090204"/>
                <a:cs typeface="Times New Roman Regular" panose="02020503050405090304" charset="0"/>
              </a:endParaRPr>
            </a:p>
            <a:p>
              <a:pPr algn="l">
                <a:defRPr sz="2100" b="0">
                  <a:solidFill>
                    <a:srgbClr val="172C43"/>
                  </a:solidFill>
                  <a:latin typeface="Arial" panose="020B0604020202090204"/>
                  <a:ea typeface="Arial" panose="020B0604020202090204"/>
                  <a:cs typeface="Arial" panose="020B0604020202090204"/>
                </a:defRPr>
              </a:pPr>
              <a:r>
                <a:rPr sz="2100" b="1">
                  <a:solidFill>
                    <a:srgbClr val="172C43"/>
                  </a:solidFill>
                  <a:latin typeface="Times New Roman" panose="02020503050405090304" charset="0"/>
                  <a:ea typeface="Arial" panose="020B0604020202090204"/>
                  <a:cs typeface="Times New Roman" panose="02020503050405090304" charset="0"/>
                </a:rPr>
                <a:t>Zhenning Wang</a:t>
              </a:r>
              <a:r>
                <a:rPr sz="2100" b="0">
                  <a:solidFill>
                    <a:srgbClr val="172C43"/>
                  </a:solidFill>
                  <a:latin typeface="Times New Roman Regular" panose="02020503050405090304" charset="0"/>
                  <a:ea typeface="Arial" panose="020B0604020202090204"/>
                  <a:cs typeface="Times New Roman Regular" panose="02020503050405090304" charset="0"/>
                </a:rPr>
                <a:t>: behavioral interface and impact analysis. </a:t>
              </a:r>
              <a:r>
                <a:rPr sz="2100" b="1">
                  <a:solidFill>
                    <a:srgbClr val="172C43"/>
                  </a:solidFill>
                  <a:latin typeface="Times New Roman" panose="02020503050405090304" charset="0"/>
                  <a:ea typeface="Arial" panose="020B0604020202090204"/>
                  <a:cs typeface="Times New Roman" panose="02020503050405090304" charset="0"/>
                </a:rPr>
                <a:t>Qianshuo (Aaron) Wang</a:t>
              </a:r>
              <a:r>
                <a:rPr sz="2100" b="0">
                  <a:solidFill>
                    <a:srgbClr val="172C43"/>
                  </a:solidFill>
                  <a:latin typeface="Times New Roman Regular" panose="02020503050405090304" charset="0"/>
                  <a:ea typeface="Arial" panose="020B0604020202090204"/>
                  <a:cs typeface="Times New Roman Regular" panose="02020503050405090304" charset="0"/>
                </a:rPr>
                <a:t>: model and reproducible computation. AI assistance disclosed in the paper; authors retain responsibility.</a:t>
              </a:r>
              <a:endParaRPr sz="2100"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26" name="text-110"/>
            <p:cNvSpPr>
              <a:spLocks noGrp="1"/>
            </p:cNvSpPr>
            <p:nvPr/>
          </p:nvSpPr>
          <p:spPr>
            <a:xfrm>
              <a:off x="27750" y="42150"/>
              <a:ext cx="21000" cy="675"/>
            </a:xfrm>
            <a:prstGeom prst="rect">
              <a:avLst/>
            </a:prstGeom>
            <a:noFill/>
            <a:ln>
              <a:noFill/>
            </a:ln>
          </p:spPr>
          <p:txBody>
            <a:bodyPr wrap="square" lIns="0" tIns="0" rIns="0" bIns="0" anchor="t">
              <a:noAutofit/>
            </a:bodyPr>
            <a:lstStyle>
              <a:defPPr algn="l">
                <a:defRPr sz="2325" b="1">
                  <a:solidFill>
                    <a:srgbClr val="073A85"/>
                  </a:solidFill>
                  <a:latin typeface="Arial" panose="020B0604020202090204"/>
                  <a:ea typeface="Arial" panose="020B0604020202090204"/>
                  <a:cs typeface="Arial" panose="020B0604020202090204"/>
                </a:defRPr>
              </a:defPPr>
              <a:lvl1pPr algn="l">
                <a:defRPr sz="2325" b="1">
                  <a:solidFill>
                    <a:srgbClr val="073A85"/>
                  </a:solidFill>
                  <a:latin typeface="Arial" panose="020B0604020202090204"/>
                  <a:ea typeface="Arial" panose="020B0604020202090204"/>
                  <a:cs typeface="Arial" panose="020B0604020202090204"/>
                </a:defRPr>
              </a:lvl1pPr>
              <a:lvl2pPr algn="l">
                <a:defRPr sz="2325" b="1">
                  <a:solidFill>
                    <a:srgbClr val="073A85"/>
                  </a:solidFill>
                  <a:latin typeface="Arial" panose="020B0604020202090204"/>
                  <a:ea typeface="Arial" panose="020B0604020202090204"/>
                  <a:cs typeface="Arial" panose="020B0604020202090204"/>
                </a:defRPr>
              </a:lvl2pPr>
              <a:lvl3pPr algn="l">
                <a:defRPr sz="2325" b="1">
                  <a:solidFill>
                    <a:srgbClr val="073A85"/>
                  </a:solidFill>
                  <a:latin typeface="Arial" panose="020B0604020202090204"/>
                  <a:ea typeface="Arial" panose="020B0604020202090204"/>
                  <a:cs typeface="Arial" panose="020B0604020202090204"/>
                </a:defRPr>
              </a:lvl3pPr>
              <a:lvl4pPr algn="l">
                <a:defRPr sz="2325" b="1">
                  <a:solidFill>
                    <a:srgbClr val="073A85"/>
                  </a:solidFill>
                  <a:latin typeface="Arial" panose="020B0604020202090204"/>
                  <a:ea typeface="Arial" panose="020B0604020202090204"/>
                  <a:cs typeface="Arial" panose="020B0604020202090204"/>
                </a:defRPr>
              </a:lvl4pPr>
              <a:lvl5pPr algn="l">
                <a:defRPr sz="2325" b="1">
                  <a:solidFill>
                    <a:srgbClr val="073A85"/>
                  </a:solidFill>
                  <a:latin typeface="Arial" panose="020B0604020202090204"/>
                  <a:ea typeface="Arial" panose="020B0604020202090204"/>
                  <a:cs typeface="Arial" panose="020B0604020202090204"/>
                </a:defRPr>
              </a:lvl5pPr>
              <a:lvl6pPr algn="l">
                <a:defRPr sz="2325" b="1">
                  <a:solidFill>
                    <a:srgbClr val="073A85"/>
                  </a:solidFill>
                  <a:latin typeface="Arial" panose="020B0604020202090204"/>
                  <a:ea typeface="Arial" panose="020B0604020202090204"/>
                  <a:cs typeface="Arial" panose="020B0604020202090204"/>
                </a:defRPr>
              </a:lvl6pPr>
              <a:lvl7pPr algn="l">
                <a:defRPr sz="2325" b="1">
                  <a:solidFill>
                    <a:srgbClr val="073A85"/>
                  </a:solidFill>
                  <a:latin typeface="Arial" panose="020B0604020202090204"/>
                  <a:ea typeface="Arial" panose="020B0604020202090204"/>
                  <a:cs typeface="Arial" panose="020B0604020202090204"/>
                </a:defRPr>
              </a:lvl7pPr>
              <a:lvl8pPr algn="l">
                <a:defRPr sz="2325" b="1">
                  <a:solidFill>
                    <a:srgbClr val="073A85"/>
                  </a:solidFill>
                  <a:latin typeface="Arial" panose="020B0604020202090204"/>
                  <a:ea typeface="Arial" panose="020B0604020202090204"/>
                  <a:cs typeface="Arial" panose="020B0604020202090204"/>
                </a:defRPr>
              </a:lvl8pPr>
              <a:lvl9pPr algn="l">
                <a:defRPr sz="2325" b="1">
                  <a:solidFill>
                    <a:srgbClr val="073A85"/>
                  </a:solidFill>
                  <a:latin typeface="Arial" panose="020B0604020202090204"/>
                  <a:ea typeface="Arial" panose="020B0604020202090204"/>
                  <a:cs typeface="Arial" panose="020B0604020202090204"/>
                </a:defRPr>
              </a:lvl9pPr>
            </a:lstStyle>
            <a:p>
              <a:pPr algn="l">
                <a:defRPr sz="2325" b="1">
                  <a:solidFill>
                    <a:srgbClr val="073A85"/>
                  </a:solidFill>
                  <a:latin typeface="Arial" panose="020B0604020202090204"/>
                  <a:ea typeface="Arial" panose="020B0604020202090204"/>
                  <a:cs typeface="Arial" panose="020B0604020202090204"/>
                </a:defRPr>
              </a:pPr>
              <a:r>
                <a:rPr sz="2325" b="1">
                  <a:solidFill>
                    <a:srgbClr val="073A85"/>
                  </a:solidFill>
                  <a:latin typeface="Times New Roman Regular" panose="02020503050405090304" charset="0"/>
                  <a:ea typeface="Arial" panose="020B0604020202090204"/>
                  <a:cs typeface="Times New Roman Regular" panose="02020503050405090304" charset="0"/>
                </a:rPr>
                <a:t>THREE CLOSEST PAPERS</a:t>
              </a:r>
              <a:endParaRPr sz="2325" b="1">
                <a:solidFill>
                  <a:srgbClr val="073A85"/>
                </a:solidFill>
                <a:latin typeface="Times New Roman Regular" panose="02020503050405090304" charset="0"/>
                <a:ea typeface="Arial" panose="020B0604020202090204"/>
                <a:cs typeface="Times New Roman Regular" panose="02020503050405090304" charset="0"/>
              </a:endParaRPr>
            </a:p>
          </p:txBody>
        </p:sp>
        <p:sp>
          <p:nvSpPr>
            <p:cNvPr id="127" name="text-111"/>
            <p:cNvSpPr>
              <a:spLocks noGrp="1"/>
            </p:cNvSpPr>
            <p:nvPr/>
          </p:nvSpPr>
          <p:spPr>
            <a:xfrm>
              <a:off x="27750" y="43050"/>
              <a:ext cx="20850" cy="3600"/>
            </a:xfrm>
            <a:prstGeom prst="rect">
              <a:avLst/>
            </a:prstGeom>
            <a:noFill/>
            <a:ln>
              <a:noFill/>
            </a:ln>
          </p:spPr>
          <p:txBody>
            <a:bodyPr wrap="square" lIns="0" tIns="0" rIns="0" bIns="0" anchor="t">
              <a:noAutofit/>
            </a:bodyPr>
            <a:lstStyle>
              <a:defPPr algn="l">
                <a:defRPr sz="2025" b="0">
                  <a:solidFill>
                    <a:srgbClr val="172C43"/>
                  </a:solidFill>
                  <a:latin typeface="Arial" panose="020B0604020202090204"/>
                  <a:ea typeface="Arial" panose="020B0604020202090204"/>
                  <a:cs typeface="Arial" panose="020B0604020202090204"/>
                </a:defRPr>
              </a:defPPr>
              <a:lvl1pPr algn="l">
                <a:defRPr sz="2025" b="0">
                  <a:solidFill>
                    <a:srgbClr val="172C43"/>
                  </a:solidFill>
                  <a:latin typeface="Arial" panose="020B0604020202090204"/>
                  <a:ea typeface="Arial" panose="020B0604020202090204"/>
                  <a:cs typeface="Arial" panose="020B0604020202090204"/>
                </a:defRPr>
              </a:lvl1pPr>
              <a:lvl2pPr algn="l">
                <a:defRPr sz="2025" b="0">
                  <a:solidFill>
                    <a:srgbClr val="172C43"/>
                  </a:solidFill>
                  <a:latin typeface="Arial" panose="020B0604020202090204"/>
                  <a:ea typeface="Arial" panose="020B0604020202090204"/>
                  <a:cs typeface="Arial" panose="020B0604020202090204"/>
                </a:defRPr>
              </a:lvl2pPr>
              <a:lvl3pPr algn="l">
                <a:defRPr sz="2025" b="0">
                  <a:solidFill>
                    <a:srgbClr val="172C43"/>
                  </a:solidFill>
                  <a:latin typeface="Arial" panose="020B0604020202090204"/>
                  <a:ea typeface="Arial" panose="020B0604020202090204"/>
                  <a:cs typeface="Arial" panose="020B0604020202090204"/>
                </a:defRPr>
              </a:lvl3pPr>
              <a:lvl4pPr algn="l">
                <a:defRPr sz="2025" b="0">
                  <a:solidFill>
                    <a:srgbClr val="172C43"/>
                  </a:solidFill>
                  <a:latin typeface="Arial" panose="020B0604020202090204"/>
                  <a:ea typeface="Arial" panose="020B0604020202090204"/>
                  <a:cs typeface="Arial" panose="020B0604020202090204"/>
                </a:defRPr>
              </a:lvl4pPr>
              <a:lvl5pPr algn="l">
                <a:defRPr sz="2025" b="0">
                  <a:solidFill>
                    <a:srgbClr val="172C43"/>
                  </a:solidFill>
                  <a:latin typeface="Arial" panose="020B0604020202090204"/>
                  <a:ea typeface="Arial" panose="020B0604020202090204"/>
                  <a:cs typeface="Arial" panose="020B0604020202090204"/>
                </a:defRPr>
              </a:lvl5pPr>
              <a:lvl6pPr algn="l">
                <a:defRPr sz="2025" b="0">
                  <a:solidFill>
                    <a:srgbClr val="172C43"/>
                  </a:solidFill>
                  <a:latin typeface="Arial" panose="020B0604020202090204"/>
                  <a:ea typeface="Arial" panose="020B0604020202090204"/>
                  <a:cs typeface="Arial" panose="020B0604020202090204"/>
                </a:defRPr>
              </a:lvl6pPr>
              <a:lvl7pPr algn="l">
                <a:defRPr sz="2025" b="0">
                  <a:solidFill>
                    <a:srgbClr val="172C43"/>
                  </a:solidFill>
                  <a:latin typeface="Arial" panose="020B0604020202090204"/>
                  <a:ea typeface="Arial" panose="020B0604020202090204"/>
                  <a:cs typeface="Arial" panose="020B0604020202090204"/>
                </a:defRPr>
              </a:lvl7pPr>
              <a:lvl8pPr algn="l">
                <a:defRPr sz="2025" b="0">
                  <a:solidFill>
                    <a:srgbClr val="172C43"/>
                  </a:solidFill>
                  <a:latin typeface="Arial" panose="020B0604020202090204"/>
                  <a:ea typeface="Arial" panose="020B0604020202090204"/>
                  <a:cs typeface="Arial" panose="020B0604020202090204"/>
                </a:defRPr>
              </a:lvl8pPr>
              <a:lvl9pPr algn="l">
                <a:defRPr sz="2025" b="0">
                  <a:solidFill>
                    <a:srgbClr val="172C43"/>
                  </a:solidFill>
                  <a:latin typeface="Arial" panose="020B0604020202090204"/>
                  <a:ea typeface="Arial" panose="020B0604020202090204"/>
                  <a:cs typeface="Arial" panose="020B0604020202090204"/>
                </a:defRPr>
              </a:lvl9pPr>
            </a:lstStyle>
            <a:p>
              <a:pPr algn="l">
                <a:defRPr sz="2025" b="0">
                  <a:solidFill>
                    <a:srgbClr val="172C43"/>
                  </a:solidFill>
                  <a:latin typeface="Arial" panose="020B0604020202090204"/>
                  <a:ea typeface="Arial" panose="020B0604020202090204"/>
                  <a:cs typeface="Arial" panose="020B0604020202090204"/>
                </a:defRPr>
              </a:pPr>
              <a:r>
                <a:rPr sz="2025" b="0">
                  <a:solidFill>
                    <a:srgbClr val="172C43"/>
                  </a:solidFill>
                  <a:latin typeface="Times New Roman Regular" panose="02020503050405090304" charset="0"/>
                  <a:ea typeface="Arial" panose="020B0604020202090204"/>
                  <a:cs typeface="Times New Roman Regular" panose="02020503050405090304" charset="0"/>
                </a:rPr>
                <a:t>[1] Athey, Coey &amp; Levin (2013). Set-Asides and Subsidies in Auctions. AEJ: Microeconomics 5(1), 1–27. doi:10.1257/mic.5.1.1</a:t>
              </a:r>
              <a:endParaRPr sz="2025" b="0">
                <a:solidFill>
                  <a:srgbClr val="172C43"/>
                </a:solidFill>
                <a:latin typeface="Times New Roman Regular" panose="02020503050405090304" charset="0"/>
                <a:ea typeface="Arial" panose="020B0604020202090204"/>
                <a:cs typeface="Times New Roman Regular" panose="02020503050405090304" charset="0"/>
              </a:endParaRPr>
            </a:p>
            <a:p>
              <a:pPr algn="l">
                <a:defRPr sz="2025" b="0">
                  <a:solidFill>
                    <a:srgbClr val="172C43"/>
                  </a:solidFill>
                  <a:latin typeface="Arial" panose="020B0604020202090204"/>
                  <a:ea typeface="Arial" panose="020B0604020202090204"/>
                  <a:cs typeface="Arial" panose="020B0604020202090204"/>
                </a:defRPr>
              </a:pPr>
              <a:r>
                <a:rPr sz="2025" b="0">
                  <a:solidFill>
                    <a:srgbClr val="172C43"/>
                  </a:solidFill>
                  <a:latin typeface="Times New Roman Regular" panose="02020503050405090304" charset="0"/>
                  <a:ea typeface="Arial" panose="020B0604020202090204"/>
                  <a:cs typeface="Times New Roman Regular" panose="02020503050405090304" charset="0"/>
                </a:rPr>
                <a:t>[2] Sivan et al. (2026). Quota Marketplace: Dynamic Pricing for Efficient Allocation of ML Training Resources. OSDI, 1223–1241. usenix.org/conference/osdi26/presentation/sivan</a:t>
              </a:r>
              <a:endParaRPr sz="2025" b="0">
                <a:solidFill>
                  <a:srgbClr val="172C43"/>
                </a:solidFill>
                <a:latin typeface="Times New Roman Regular" panose="02020503050405090304" charset="0"/>
                <a:ea typeface="Arial" panose="020B0604020202090204"/>
                <a:cs typeface="Times New Roman Regular" panose="02020503050405090304" charset="0"/>
              </a:endParaRPr>
            </a:p>
            <a:p>
              <a:pPr algn="l">
                <a:defRPr sz="2025" b="0">
                  <a:solidFill>
                    <a:srgbClr val="172C43"/>
                  </a:solidFill>
                  <a:latin typeface="Arial" panose="020B0604020202090204"/>
                  <a:ea typeface="Arial" panose="020B0604020202090204"/>
                  <a:cs typeface="Arial" panose="020B0604020202090204"/>
                </a:defRPr>
              </a:pPr>
              <a:r>
                <a:rPr sz="2025" b="0">
                  <a:solidFill>
                    <a:srgbClr val="172C43"/>
                  </a:solidFill>
                  <a:latin typeface="Times New Roman Regular" panose="02020503050405090304" charset="0"/>
                  <a:ea typeface="Arial" panose="020B0604020202090204"/>
                  <a:cs typeface="Times New Roman Regular" panose="02020503050405090304" charset="0"/>
                </a:rPr>
                <a:t>[3] Vuppalapati et al. (2023). Karma: Resource Allocation for Dynamic Demands. OSDI, 645–662. usenix.org/conference/osdi23/presentation/vuppalapati</a:t>
              </a:r>
              <a:endParaRPr sz="2025" b="0">
                <a:solidFill>
                  <a:srgbClr val="172C43"/>
                </a:solidFill>
                <a:latin typeface="Times New Roman Regular" panose="02020503050405090304" charset="0"/>
                <a:ea typeface="Arial" panose="020B0604020202090204"/>
                <a:cs typeface="Times New Roman Regular" panose="02020503050405090304" charset="0"/>
              </a:endParaRPr>
            </a:p>
          </p:txBody>
        </p:sp>
        <p:sp>
          <p:nvSpPr>
            <p:cNvPr id="128" name="text-112"/>
            <p:cNvSpPr>
              <a:spLocks noGrp="1"/>
            </p:cNvSpPr>
            <p:nvPr/>
          </p:nvSpPr>
          <p:spPr>
            <a:xfrm>
              <a:off x="49650" y="42150"/>
              <a:ext cx="16258" cy="675"/>
            </a:xfrm>
            <a:prstGeom prst="rect">
              <a:avLst/>
            </a:prstGeom>
            <a:noFill/>
            <a:ln>
              <a:noFill/>
            </a:ln>
          </p:spPr>
          <p:txBody>
            <a:bodyPr wrap="square" lIns="0" tIns="0" rIns="0" bIns="0" anchor="t">
              <a:noAutofit/>
            </a:bodyPr>
            <a:lstStyle>
              <a:defPPr algn="l">
                <a:defRPr sz="2325" b="1">
                  <a:solidFill>
                    <a:srgbClr val="073A85"/>
                  </a:solidFill>
                  <a:latin typeface="Arial" panose="020B0604020202090204"/>
                  <a:ea typeface="Arial" panose="020B0604020202090204"/>
                  <a:cs typeface="Arial" panose="020B0604020202090204"/>
                </a:defRPr>
              </a:defPPr>
              <a:lvl1pPr algn="l">
                <a:defRPr sz="2325" b="1">
                  <a:solidFill>
                    <a:srgbClr val="073A85"/>
                  </a:solidFill>
                  <a:latin typeface="Arial" panose="020B0604020202090204"/>
                  <a:ea typeface="Arial" panose="020B0604020202090204"/>
                  <a:cs typeface="Arial" panose="020B0604020202090204"/>
                </a:defRPr>
              </a:lvl1pPr>
              <a:lvl2pPr algn="l">
                <a:defRPr sz="2325" b="1">
                  <a:solidFill>
                    <a:srgbClr val="073A85"/>
                  </a:solidFill>
                  <a:latin typeface="Arial" panose="020B0604020202090204"/>
                  <a:ea typeface="Arial" panose="020B0604020202090204"/>
                  <a:cs typeface="Arial" panose="020B0604020202090204"/>
                </a:defRPr>
              </a:lvl2pPr>
              <a:lvl3pPr algn="l">
                <a:defRPr sz="2325" b="1">
                  <a:solidFill>
                    <a:srgbClr val="073A85"/>
                  </a:solidFill>
                  <a:latin typeface="Arial" panose="020B0604020202090204"/>
                  <a:ea typeface="Arial" panose="020B0604020202090204"/>
                  <a:cs typeface="Arial" panose="020B0604020202090204"/>
                </a:defRPr>
              </a:lvl3pPr>
              <a:lvl4pPr algn="l">
                <a:defRPr sz="2325" b="1">
                  <a:solidFill>
                    <a:srgbClr val="073A85"/>
                  </a:solidFill>
                  <a:latin typeface="Arial" panose="020B0604020202090204"/>
                  <a:ea typeface="Arial" panose="020B0604020202090204"/>
                  <a:cs typeface="Arial" panose="020B0604020202090204"/>
                </a:defRPr>
              </a:lvl4pPr>
              <a:lvl5pPr algn="l">
                <a:defRPr sz="2325" b="1">
                  <a:solidFill>
                    <a:srgbClr val="073A85"/>
                  </a:solidFill>
                  <a:latin typeface="Arial" panose="020B0604020202090204"/>
                  <a:ea typeface="Arial" panose="020B0604020202090204"/>
                  <a:cs typeface="Arial" panose="020B0604020202090204"/>
                </a:defRPr>
              </a:lvl5pPr>
              <a:lvl6pPr algn="l">
                <a:defRPr sz="2325" b="1">
                  <a:solidFill>
                    <a:srgbClr val="073A85"/>
                  </a:solidFill>
                  <a:latin typeface="Arial" panose="020B0604020202090204"/>
                  <a:ea typeface="Arial" panose="020B0604020202090204"/>
                  <a:cs typeface="Arial" panose="020B0604020202090204"/>
                </a:defRPr>
              </a:lvl6pPr>
              <a:lvl7pPr algn="l">
                <a:defRPr sz="2325" b="1">
                  <a:solidFill>
                    <a:srgbClr val="073A85"/>
                  </a:solidFill>
                  <a:latin typeface="Arial" panose="020B0604020202090204"/>
                  <a:ea typeface="Arial" panose="020B0604020202090204"/>
                  <a:cs typeface="Arial" panose="020B0604020202090204"/>
                </a:defRPr>
              </a:lvl7pPr>
              <a:lvl8pPr algn="l">
                <a:defRPr sz="2325" b="1">
                  <a:solidFill>
                    <a:srgbClr val="073A85"/>
                  </a:solidFill>
                  <a:latin typeface="Arial" panose="020B0604020202090204"/>
                  <a:ea typeface="Arial" panose="020B0604020202090204"/>
                  <a:cs typeface="Arial" panose="020B0604020202090204"/>
                </a:defRPr>
              </a:lvl8pPr>
              <a:lvl9pPr algn="l">
                <a:defRPr sz="2325" b="1">
                  <a:solidFill>
                    <a:srgbClr val="073A85"/>
                  </a:solidFill>
                  <a:latin typeface="Arial" panose="020B0604020202090204"/>
                  <a:ea typeface="Arial" panose="020B0604020202090204"/>
                  <a:cs typeface="Arial" panose="020B0604020202090204"/>
                </a:defRPr>
              </a:lvl9pPr>
            </a:lstStyle>
            <a:p>
              <a:pPr algn="l">
                <a:defRPr sz="2325" b="1">
                  <a:solidFill>
                    <a:srgbClr val="073A85"/>
                  </a:solidFill>
                  <a:latin typeface="Arial" panose="020B0604020202090204"/>
                  <a:ea typeface="Arial" panose="020B0604020202090204"/>
                  <a:cs typeface="Arial" panose="020B0604020202090204"/>
                </a:defRPr>
              </a:pPr>
              <a:r>
                <a:rPr sz="2325">
                  <a:solidFill>
                    <a:srgbClr val="073A85"/>
                  </a:solidFill>
                  <a:latin typeface="Times New Roman" panose="02020503050405090304" charset="0"/>
                  <a:ea typeface="Arial" panose="020B0604020202090204"/>
                  <a:cs typeface="Times New Roman" panose="02020503050405090304" charset="0"/>
                </a:rPr>
                <a:t>CURRENT ARTIFACTS</a:t>
              </a:r>
              <a:endParaRPr sz="2325">
                <a:solidFill>
                  <a:srgbClr val="073A85"/>
                </a:solidFill>
                <a:latin typeface="Times New Roman" panose="02020503050405090304" charset="0"/>
                <a:ea typeface="Arial" panose="020B0604020202090204"/>
                <a:cs typeface="Times New Roman" panose="02020503050405090304" charset="0"/>
              </a:endParaRPr>
            </a:p>
          </p:txBody>
        </p:sp>
        <p:sp>
          <p:nvSpPr>
            <p:cNvPr id="129" name="text-113"/>
            <p:cNvSpPr>
              <a:spLocks noGrp="1"/>
            </p:cNvSpPr>
            <p:nvPr/>
          </p:nvSpPr>
          <p:spPr>
            <a:xfrm>
              <a:off x="49650" y="42975"/>
              <a:ext cx="16258" cy="480"/>
            </a:xfrm>
            <a:prstGeom prst="rect">
              <a:avLst/>
            </a:prstGeom>
            <a:noFill/>
            <a:ln>
              <a:noFill/>
            </a:ln>
          </p:spPr>
          <p:txBody>
            <a:bodyPr wrap="square" lIns="0" tIns="0" rIns="0" bIns="0" anchor="t">
              <a:noAutofit/>
            </a:bodyPr>
            <a:lstStyle>
              <a:defPPr algn="l">
                <a:defRPr sz="2025" b="1">
                  <a:solidFill>
                    <a:srgbClr val="087F82"/>
                  </a:solidFill>
                  <a:latin typeface="Arial" panose="020B0604020202090204"/>
                  <a:ea typeface="Arial" panose="020B0604020202090204"/>
                  <a:cs typeface="Arial" panose="020B0604020202090204"/>
                </a:defRPr>
              </a:defPPr>
              <a:lvl1pPr algn="l">
                <a:defRPr sz="2025" b="1">
                  <a:solidFill>
                    <a:srgbClr val="087F82"/>
                  </a:solidFill>
                  <a:latin typeface="Arial" panose="020B0604020202090204"/>
                  <a:ea typeface="Arial" panose="020B0604020202090204"/>
                  <a:cs typeface="Arial" panose="020B0604020202090204"/>
                </a:defRPr>
              </a:lvl1pPr>
              <a:lvl2pPr algn="l">
                <a:defRPr sz="2025" b="1">
                  <a:solidFill>
                    <a:srgbClr val="087F82"/>
                  </a:solidFill>
                  <a:latin typeface="Arial" panose="020B0604020202090204"/>
                  <a:ea typeface="Arial" panose="020B0604020202090204"/>
                  <a:cs typeface="Arial" panose="020B0604020202090204"/>
                </a:defRPr>
              </a:lvl2pPr>
              <a:lvl3pPr algn="l">
                <a:defRPr sz="2025" b="1">
                  <a:solidFill>
                    <a:srgbClr val="087F82"/>
                  </a:solidFill>
                  <a:latin typeface="Arial" panose="020B0604020202090204"/>
                  <a:ea typeface="Arial" panose="020B0604020202090204"/>
                  <a:cs typeface="Arial" panose="020B0604020202090204"/>
                </a:defRPr>
              </a:lvl3pPr>
              <a:lvl4pPr algn="l">
                <a:defRPr sz="2025" b="1">
                  <a:solidFill>
                    <a:srgbClr val="087F82"/>
                  </a:solidFill>
                  <a:latin typeface="Arial" panose="020B0604020202090204"/>
                  <a:ea typeface="Arial" panose="020B0604020202090204"/>
                  <a:cs typeface="Arial" panose="020B0604020202090204"/>
                </a:defRPr>
              </a:lvl4pPr>
              <a:lvl5pPr algn="l">
                <a:defRPr sz="2025" b="1">
                  <a:solidFill>
                    <a:srgbClr val="087F82"/>
                  </a:solidFill>
                  <a:latin typeface="Arial" panose="020B0604020202090204"/>
                  <a:ea typeface="Arial" panose="020B0604020202090204"/>
                  <a:cs typeface="Arial" panose="020B0604020202090204"/>
                </a:defRPr>
              </a:lvl5pPr>
              <a:lvl6pPr algn="l">
                <a:defRPr sz="2025" b="1">
                  <a:solidFill>
                    <a:srgbClr val="087F82"/>
                  </a:solidFill>
                  <a:latin typeface="Arial" panose="020B0604020202090204"/>
                  <a:ea typeface="Arial" panose="020B0604020202090204"/>
                  <a:cs typeface="Arial" panose="020B0604020202090204"/>
                </a:defRPr>
              </a:lvl6pPr>
              <a:lvl7pPr algn="l">
                <a:defRPr sz="2025" b="1">
                  <a:solidFill>
                    <a:srgbClr val="087F82"/>
                  </a:solidFill>
                  <a:latin typeface="Arial" panose="020B0604020202090204"/>
                  <a:ea typeface="Arial" panose="020B0604020202090204"/>
                  <a:cs typeface="Arial" panose="020B0604020202090204"/>
                </a:defRPr>
              </a:lvl7pPr>
              <a:lvl8pPr algn="l">
                <a:defRPr sz="2025" b="1">
                  <a:solidFill>
                    <a:srgbClr val="087F82"/>
                  </a:solidFill>
                  <a:latin typeface="Arial" panose="020B0604020202090204"/>
                  <a:ea typeface="Arial" panose="020B0604020202090204"/>
                  <a:cs typeface="Arial" panose="020B0604020202090204"/>
                </a:defRPr>
              </a:lvl8pPr>
              <a:lvl9pPr algn="l">
                <a:defRPr sz="2025" b="1">
                  <a:solidFill>
                    <a:srgbClr val="087F82"/>
                  </a:solidFill>
                  <a:latin typeface="Arial" panose="020B0604020202090204"/>
                  <a:ea typeface="Arial" panose="020B0604020202090204"/>
                  <a:cs typeface="Arial" panose="020B0604020202090204"/>
                </a:defRPr>
              </a:lvl9pPr>
            </a:lstStyle>
            <a:p>
              <a:pPr algn="l">
                <a:defRPr sz="2025" b="1">
                  <a:solidFill>
                    <a:srgbClr val="087F82"/>
                  </a:solidFill>
                  <a:latin typeface="Arial" panose="020B0604020202090204"/>
                  <a:ea typeface="Arial" panose="020B0604020202090204"/>
                  <a:cs typeface="Arial" panose="020B0604020202090204"/>
                </a:defRPr>
              </a:pPr>
              <a:r>
                <a:rPr sz="2025">
                  <a:solidFill>
                    <a:srgbClr val="087F82"/>
                  </a:solidFill>
                  <a:latin typeface="Times New Roman" panose="02020503050405090304" charset="0"/>
                  <a:ea typeface="Arial" panose="020B0604020202090204"/>
                  <a:cs typeface="Times New Roman" panose="02020503050405090304" charset="0"/>
                  <a:hlinkClick r:id="rId5"/>
                </a:rPr>
                <a:t>GitHub: code &amp; reproducibility</a:t>
              </a:r>
              <a:endParaRPr sz="2025">
                <a:solidFill>
                  <a:srgbClr val="087F82"/>
                </a:solidFill>
                <a:latin typeface="Times New Roman" panose="02020503050405090304" charset="0"/>
                <a:ea typeface="Arial" panose="020B0604020202090204"/>
                <a:cs typeface="Times New Roman" panose="02020503050405090304" charset="0"/>
                <a:hlinkClick r:id="rId5"/>
              </a:endParaRPr>
            </a:p>
          </p:txBody>
        </p:sp>
        <p:sp>
          <p:nvSpPr>
            <p:cNvPr id="130" name="text-114"/>
            <p:cNvSpPr>
              <a:spLocks noGrp="1"/>
            </p:cNvSpPr>
            <p:nvPr/>
          </p:nvSpPr>
          <p:spPr>
            <a:xfrm>
              <a:off x="49650" y="43470"/>
              <a:ext cx="16258" cy="780"/>
            </a:xfrm>
            <a:prstGeom prst="rect">
              <a:avLst/>
            </a:prstGeom>
            <a:noFill/>
            <a:ln>
              <a:noFill/>
            </a:ln>
          </p:spPr>
          <p:txBody>
            <a:bodyPr wrap="square" lIns="0" tIns="0" rIns="0" bIns="0" anchor="t">
              <a:noAutofit/>
            </a:bodyPr>
            <a:lstStyle>
              <a:defPPr algn="l">
                <a:defRPr sz="1800" b="0">
                  <a:solidFill>
                    <a:srgbClr val="172C43"/>
                  </a:solidFill>
                  <a:latin typeface="Arial" panose="020B0604020202090204"/>
                  <a:ea typeface="Arial" panose="020B0604020202090204"/>
                  <a:cs typeface="Arial" panose="020B0604020202090204"/>
                </a:defRPr>
              </a:defPPr>
              <a:lvl1pPr algn="l">
                <a:defRPr sz="1800" b="0">
                  <a:solidFill>
                    <a:srgbClr val="172C43"/>
                  </a:solidFill>
                  <a:latin typeface="Arial" panose="020B0604020202090204"/>
                  <a:ea typeface="Arial" panose="020B0604020202090204"/>
                  <a:cs typeface="Arial" panose="020B0604020202090204"/>
                </a:defRPr>
              </a:lvl1pPr>
              <a:lvl2pPr algn="l">
                <a:defRPr sz="1800" b="0">
                  <a:solidFill>
                    <a:srgbClr val="172C43"/>
                  </a:solidFill>
                  <a:latin typeface="Arial" panose="020B0604020202090204"/>
                  <a:ea typeface="Arial" panose="020B0604020202090204"/>
                  <a:cs typeface="Arial" panose="020B0604020202090204"/>
                </a:defRPr>
              </a:lvl2pPr>
              <a:lvl3pPr algn="l">
                <a:defRPr sz="1800" b="0">
                  <a:solidFill>
                    <a:srgbClr val="172C43"/>
                  </a:solidFill>
                  <a:latin typeface="Arial" panose="020B0604020202090204"/>
                  <a:ea typeface="Arial" panose="020B0604020202090204"/>
                  <a:cs typeface="Arial" panose="020B0604020202090204"/>
                </a:defRPr>
              </a:lvl3pPr>
              <a:lvl4pPr algn="l">
                <a:defRPr sz="1800" b="0">
                  <a:solidFill>
                    <a:srgbClr val="172C43"/>
                  </a:solidFill>
                  <a:latin typeface="Arial" panose="020B0604020202090204"/>
                  <a:ea typeface="Arial" panose="020B0604020202090204"/>
                  <a:cs typeface="Arial" panose="020B0604020202090204"/>
                </a:defRPr>
              </a:lvl4pPr>
              <a:lvl5pPr algn="l">
                <a:defRPr sz="1800" b="0">
                  <a:solidFill>
                    <a:srgbClr val="172C43"/>
                  </a:solidFill>
                  <a:latin typeface="Arial" panose="020B0604020202090204"/>
                  <a:ea typeface="Arial" panose="020B0604020202090204"/>
                  <a:cs typeface="Arial" panose="020B0604020202090204"/>
                </a:defRPr>
              </a:lvl5pPr>
              <a:lvl6pPr algn="l">
                <a:defRPr sz="1800" b="0">
                  <a:solidFill>
                    <a:srgbClr val="172C43"/>
                  </a:solidFill>
                  <a:latin typeface="Arial" panose="020B0604020202090204"/>
                  <a:ea typeface="Arial" panose="020B0604020202090204"/>
                  <a:cs typeface="Arial" panose="020B0604020202090204"/>
                </a:defRPr>
              </a:lvl6pPr>
              <a:lvl7pPr algn="l">
                <a:defRPr sz="1800" b="0">
                  <a:solidFill>
                    <a:srgbClr val="172C43"/>
                  </a:solidFill>
                  <a:latin typeface="Arial" panose="020B0604020202090204"/>
                  <a:ea typeface="Arial" panose="020B0604020202090204"/>
                  <a:cs typeface="Arial" panose="020B0604020202090204"/>
                </a:defRPr>
              </a:lvl7pPr>
              <a:lvl8pPr algn="l">
                <a:defRPr sz="1800" b="0">
                  <a:solidFill>
                    <a:srgbClr val="172C43"/>
                  </a:solidFill>
                  <a:latin typeface="Arial" panose="020B0604020202090204"/>
                  <a:ea typeface="Arial" panose="020B0604020202090204"/>
                  <a:cs typeface="Arial" panose="020B0604020202090204"/>
                </a:defRPr>
              </a:lvl8pPr>
              <a:lvl9pPr algn="l">
                <a:defRPr sz="1800" b="0">
                  <a:solidFill>
                    <a:srgbClr val="172C43"/>
                  </a:solidFill>
                  <a:latin typeface="Arial" panose="020B0604020202090204"/>
                  <a:ea typeface="Arial" panose="020B0604020202090204"/>
                  <a:cs typeface="Arial" panose="020B0604020202090204"/>
                </a:defRPr>
              </a:lvl9pPr>
            </a:lstStyle>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5"/>
                </a:rPr>
                <a:t>github.com/dku-comsci-econ206-Autumn2026/</a:t>
              </a:r>
              <a:endParaRPr sz="1800" b="0">
                <a:solidFill>
                  <a:srgbClr val="172C43"/>
                </a:solidFill>
                <a:latin typeface="Times New Roman Regular" panose="02020503050405090304" charset="0"/>
                <a:ea typeface="Arial" panose="020B0604020202090204"/>
                <a:cs typeface="Times New Roman Regular" panose="02020503050405090304" charset="0"/>
              </a:endParaRPr>
            </a:p>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5"/>
                </a:rPr>
                <a:t>PS2_FP8_Qianshuo_Zhenning</a:t>
              </a:r>
              <a:endParaRPr sz="1800" b="0">
                <a:solidFill>
                  <a:srgbClr val="172C43"/>
                </a:solidFill>
                <a:latin typeface="Times New Roman Regular" panose="02020503050405090304" charset="0"/>
                <a:ea typeface="Arial" panose="020B0604020202090204"/>
                <a:cs typeface="Times New Roman Regular" panose="02020503050405090304" charset="0"/>
                <a:hlinkClick r:id="rId5"/>
              </a:endParaRPr>
            </a:p>
          </p:txBody>
        </p:sp>
        <p:sp>
          <p:nvSpPr>
            <p:cNvPr id="131" name="text-115"/>
            <p:cNvSpPr>
              <a:spLocks noGrp="1"/>
            </p:cNvSpPr>
            <p:nvPr/>
          </p:nvSpPr>
          <p:spPr>
            <a:xfrm>
              <a:off x="49650" y="44250"/>
              <a:ext cx="16258" cy="480"/>
            </a:xfrm>
            <a:prstGeom prst="rect">
              <a:avLst/>
            </a:prstGeom>
            <a:noFill/>
            <a:ln>
              <a:noFill/>
            </a:ln>
          </p:spPr>
          <p:txBody>
            <a:bodyPr wrap="square" lIns="0" tIns="0" rIns="0" bIns="0" anchor="t">
              <a:noAutofit/>
            </a:bodyPr>
            <a:lstStyle>
              <a:defPPr algn="l">
                <a:defRPr sz="2025" b="1">
                  <a:solidFill>
                    <a:srgbClr val="087F82"/>
                  </a:solidFill>
                  <a:latin typeface="Arial" panose="020B0604020202090204"/>
                  <a:ea typeface="Arial" panose="020B0604020202090204"/>
                  <a:cs typeface="Arial" panose="020B0604020202090204"/>
                </a:defRPr>
              </a:defPPr>
              <a:lvl1pPr algn="l">
                <a:defRPr sz="2025" b="1">
                  <a:solidFill>
                    <a:srgbClr val="087F82"/>
                  </a:solidFill>
                  <a:latin typeface="Arial" panose="020B0604020202090204"/>
                  <a:ea typeface="Arial" panose="020B0604020202090204"/>
                  <a:cs typeface="Arial" panose="020B0604020202090204"/>
                </a:defRPr>
              </a:lvl1pPr>
              <a:lvl2pPr algn="l">
                <a:defRPr sz="2025" b="1">
                  <a:solidFill>
                    <a:srgbClr val="087F82"/>
                  </a:solidFill>
                  <a:latin typeface="Arial" panose="020B0604020202090204"/>
                  <a:ea typeface="Arial" panose="020B0604020202090204"/>
                  <a:cs typeface="Arial" panose="020B0604020202090204"/>
                </a:defRPr>
              </a:lvl2pPr>
              <a:lvl3pPr algn="l">
                <a:defRPr sz="2025" b="1">
                  <a:solidFill>
                    <a:srgbClr val="087F82"/>
                  </a:solidFill>
                  <a:latin typeface="Arial" panose="020B0604020202090204"/>
                  <a:ea typeface="Arial" panose="020B0604020202090204"/>
                  <a:cs typeface="Arial" panose="020B0604020202090204"/>
                </a:defRPr>
              </a:lvl3pPr>
              <a:lvl4pPr algn="l">
                <a:defRPr sz="2025" b="1">
                  <a:solidFill>
                    <a:srgbClr val="087F82"/>
                  </a:solidFill>
                  <a:latin typeface="Arial" panose="020B0604020202090204"/>
                  <a:ea typeface="Arial" panose="020B0604020202090204"/>
                  <a:cs typeface="Arial" panose="020B0604020202090204"/>
                </a:defRPr>
              </a:lvl4pPr>
              <a:lvl5pPr algn="l">
                <a:defRPr sz="2025" b="1">
                  <a:solidFill>
                    <a:srgbClr val="087F82"/>
                  </a:solidFill>
                  <a:latin typeface="Arial" panose="020B0604020202090204"/>
                  <a:ea typeface="Arial" panose="020B0604020202090204"/>
                  <a:cs typeface="Arial" panose="020B0604020202090204"/>
                </a:defRPr>
              </a:lvl5pPr>
              <a:lvl6pPr algn="l">
                <a:defRPr sz="2025" b="1">
                  <a:solidFill>
                    <a:srgbClr val="087F82"/>
                  </a:solidFill>
                  <a:latin typeface="Arial" panose="020B0604020202090204"/>
                  <a:ea typeface="Arial" panose="020B0604020202090204"/>
                  <a:cs typeface="Arial" panose="020B0604020202090204"/>
                </a:defRPr>
              </a:lvl6pPr>
              <a:lvl7pPr algn="l">
                <a:defRPr sz="2025" b="1">
                  <a:solidFill>
                    <a:srgbClr val="087F82"/>
                  </a:solidFill>
                  <a:latin typeface="Arial" panose="020B0604020202090204"/>
                  <a:ea typeface="Arial" panose="020B0604020202090204"/>
                  <a:cs typeface="Arial" panose="020B0604020202090204"/>
                </a:defRPr>
              </a:lvl7pPr>
              <a:lvl8pPr algn="l">
                <a:defRPr sz="2025" b="1">
                  <a:solidFill>
                    <a:srgbClr val="087F82"/>
                  </a:solidFill>
                  <a:latin typeface="Arial" panose="020B0604020202090204"/>
                  <a:ea typeface="Arial" panose="020B0604020202090204"/>
                  <a:cs typeface="Arial" panose="020B0604020202090204"/>
                </a:defRPr>
              </a:lvl8pPr>
              <a:lvl9pPr algn="l">
                <a:defRPr sz="2025" b="1">
                  <a:solidFill>
                    <a:srgbClr val="087F82"/>
                  </a:solidFill>
                  <a:latin typeface="Arial" panose="020B0604020202090204"/>
                  <a:ea typeface="Arial" panose="020B0604020202090204"/>
                  <a:cs typeface="Arial" panose="020B0604020202090204"/>
                </a:defRPr>
              </a:lvl9pPr>
            </a:lstStyle>
            <a:p>
              <a:pPr algn="l">
                <a:defRPr sz="2025" b="1">
                  <a:solidFill>
                    <a:srgbClr val="087F82"/>
                  </a:solidFill>
                  <a:latin typeface="Arial" panose="020B0604020202090204"/>
                  <a:ea typeface="Arial" panose="020B0604020202090204"/>
                  <a:cs typeface="Arial" panose="020B0604020202090204"/>
                </a:defRPr>
              </a:pPr>
              <a:r>
                <a:rPr sz="2025" b="1">
                  <a:solidFill>
                    <a:srgbClr val="087F82"/>
                  </a:solidFill>
                  <a:latin typeface="Times New Roman Regular" panose="02020503050405090304" charset="0"/>
                  <a:ea typeface="Arial" panose="020B0604020202090204"/>
                  <a:cs typeface="Times New Roman Regular" panose="02020503050405090304" charset="0"/>
                  <a:hlinkClick r:id="rId6"/>
                </a:rPr>
                <a:t>Colab: runnable notebook</a:t>
              </a:r>
              <a:endParaRPr sz="2025" b="1">
                <a:solidFill>
                  <a:srgbClr val="087F82"/>
                </a:solidFill>
                <a:latin typeface="Times New Roman Regular" panose="02020503050405090304" charset="0"/>
                <a:ea typeface="Arial" panose="020B0604020202090204"/>
                <a:cs typeface="Times New Roman Regular" panose="02020503050405090304" charset="0"/>
                <a:hlinkClick r:id="rId6"/>
              </a:endParaRPr>
            </a:p>
          </p:txBody>
        </p:sp>
        <p:sp>
          <p:nvSpPr>
            <p:cNvPr id="132" name="text-116"/>
            <p:cNvSpPr>
              <a:spLocks noGrp="1"/>
            </p:cNvSpPr>
            <p:nvPr/>
          </p:nvSpPr>
          <p:spPr>
            <a:xfrm>
              <a:off x="49650" y="44745"/>
              <a:ext cx="16258" cy="780"/>
            </a:xfrm>
            <a:prstGeom prst="rect">
              <a:avLst/>
            </a:prstGeom>
            <a:noFill/>
            <a:ln>
              <a:noFill/>
            </a:ln>
          </p:spPr>
          <p:txBody>
            <a:bodyPr wrap="square" lIns="0" tIns="0" rIns="0" bIns="0" anchor="t">
              <a:noAutofit/>
            </a:bodyPr>
            <a:lstStyle>
              <a:defPPr algn="l">
                <a:defRPr sz="1800" b="0">
                  <a:solidFill>
                    <a:srgbClr val="172C43"/>
                  </a:solidFill>
                  <a:latin typeface="Arial" panose="020B0604020202090204"/>
                  <a:ea typeface="Arial" panose="020B0604020202090204"/>
                  <a:cs typeface="Arial" panose="020B0604020202090204"/>
                </a:defRPr>
              </a:defPPr>
              <a:lvl1pPr algn="l">
                <a:defRPr sz="1800" b="0">
                  <a:solidFill>
                    <a:srgbClr val="172C43"/>
                  </a:solidFill>
                  <a:latin typeface="Arial" panose="020B0604020202090204"/>
                  <a:ea typeface="Arial" panose="020B0604020202090204"/>
                  <a:cs typeface="Arial" panose="020B0604020202090204"/>
                </a:defRPr>
              </a:lvl1pPr>
              <a:lvl2pPr algn="l">
                <a:defRPr sz="1800" b="0">
                  <a:solidFill>
                    <a:srgbClr val="172C43"/>
                  </a:solidFill>
                  <a:latin typeface="Arial" panose="020B0604020202090204"/>
                  <a:ea typeface="Arial" panose="020B0604020202090204"/>
                  <a:cs typeface="Arial" panose="020B0604020202090204"/>
                </a:defRPr>
              </a:lvl2pPr>
              <a:lvl3pPr algn="l">
                <a:defRPr sz="1800" b="0">
                  <a:solidFill>
                    <a:srgbClr val="172C43"/>
                  </a:solidFill>
                  <a:latin typeface="Arial" panose="020B0604020202090204"/>
                  <a:ea typeface="Arial" panose="020B0604020202090204"/>
                  <a:cs typeface="Arial" panose="020B0604020202090204"/>
                </a:defRPr>
              </a:lvl3pPr>
              <a:lvl4pPr algn="l">
                <a:defRPr sz="1800" b="0">
                  <a:solidFill>
                    <a:srgbClr val="172C43"/>
                  </a:solidFill>
                  <a:latin typeface="Arial" panose="020B0604020202090204"/>
                  <a:ea typeface="Arial" panose="020B0604020202090204"/>
                  <a:cs typeface="Arial" panose="020B0604020202090204"/>
                </a:defRPr>
              </a:lvl4pPr>
              <a:lvl5pPr algn="l">
                <a:defRPr sz="1800" b="0">
                  <a:solidFill>
                    <a:srgbClr val="172C43"/>
                  </a:solidFill>
                  <a:latin typeface="Arial" panose="020B0604020202090204"/>
                  <a:ea typeface="Arial" panose="020B0604020202090204"/>
                  <a:cs typeface="Arial" panose="020B0604020202090204"/>
                </a:defRPr>
              </a:lvl5pPr>
              <a:lvl6pPr algn="l">
                <a:defRPr sz="1800" b="0">
                  <a:solidFill>
                    <a:srgbClr val="172C43"/>
                  </a:solidFill>
                  <a:latin typeface="Arial" panose="020B0604020202090204"/>
                  <a:ea typeface="Arial" panose="020B0604020202090204"/>
                  <a:cs typeface="Arial" panose="020B0604020202090204"/>
                </a:defRPr>
              </a:lvl6pPr>
              <a:lvl7pPr algn="l">
                <a:defRPr sz="1800" b="0">
                  <a:solidFill>
                    <a:srgbClr val="172C43"/>
                  </a:solidFill>
                  <a:latin typeface="Arial" panose="020B0604020202090204"/>
                  <a:ea typeface="Arial" panose="020B0604020202090204"/>
                  <a:cs typeface="Arial" panose="020B0604020202090204"/>
                </a:defRPr>
              </a:lvl7pPr>
              <a:lvl8pPr algn="l">
                <a:defRPr sz="1800" b="0">
                  <a:solidFill>
                    <a:srgbClr val="172C43"/>
                  </a:solidFill>
                  <a:latin typeface="Arial" panose="020B0604020202090204"/>
                  <a:ea typeface="Arial" panose="020B0604020202090204"/>
                  <a:cs typeface="Arial" panose="020B0604020202090204"/>
                </a:defRPr>
              </a:lvl8pPr>
              <a:lvl9pPr algn="l">
                <a:defRPr sz="1800" b="0">
                  <a:solidFill>
                    <a:srgbClr val="172C43"/>
                  </a:solidFill>
                  <a:latin typeface="Arial" panose="020B0604020202090204"/>
                  <a:ea typeface="Arial" panose="020B0604020202090204"/>
                  <a:cs typeface="Arial" panose="020B0604020202090204"/>
                </a:defRPr>
              </a:lvl9pPr>
            </a:lstStyle>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6"/>
                </a:rPr>
                <a:t>colab.research.google.com/drive/</a:t>
              </a:r>
              <a:endParaRPr sz="1800" b="0">
                <a:solidFill>
                  <a:srgbClr val="172C43"/>
                </a:solidFill>
                <a:latin typeface="Times New Roman Regular" panose="02020503050405090304" charset="0"/>
                <a:ea typeface="Arial" panose="020B0604020202090204"/>
                <a:cs typeface="Times New Roman Regular" panose="02020503050405090304" charset="0"/>
              </a:endParaRPr>
            </a:p>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6"/>
                </a:rPr>
                <a:t>1I-J52wxGaAIwJK_LjtghBnXS2GxY0U2V</a:t>
              </a:r>
              <a:endParaRPr sz="1800" b="0">
                <a:solidFill>
                  <a:srgbClr val="172C43"/>
                </a:solidFill>
                <a:latin typeface="Times New Roman Regular" panose="02020503050405090304" charset="0"/>
                <a:ea typeface="Arial" panose="020B0604020202090204"/>
                <a:cs typeface="Times New Roman Regular" panose="02020503050405090304" charset="0"/>
                <a:hlinkClick r:id="rId6"/>
              </a:endParaRPr>
            </a:p>
          </p:txBody>
        </p:sp>
        <p:sp>
          <p:nvSpPr>
            <p:cNvPr id="133" name="text-117"/>
            <p:cNvSpPr>
              <a:spLocks noGrp="1"/>
            </p:cNvSpPr>
            <p:nvPr/>
          </p:nvSpPr>
          <p:spPr>
            <a:xfrm>
              <a:off x="49650" y="45525"/>
              <a:ext cx="16258" cy="480"/>
            </a:xfrm>
            <a:prstGeom prst="rect">
              <a:avLst/>
            </a:prstGeom>
            <a:noFill/>
            <a:ln>
              <a:noFill/>
            </a:ln>
          </p:spPr>
          <p:txBody>
            <a:bodyPr wrap="square" lIns="0" tIns="0" rIns="0" bIns="0" anchor="t">
              <a:noAutofit/>
            </a:bodyPr>
            <a:lstStyle>
              <a:defPPr algn="l">
                <a:defRPr sz="2025" b="1">
                  <a:solidFill>
                    <a:srgbClr val="087F82"/>
                  </a:solidFill>
                  <a:latin typeface="Arial" panose="020B0604020202090204"/>
                  <a:ea typeface="Arial" panose="020B0604020202090204"/>
                  <a:cs typeface="Arial" panose="020B0604020202090204"/>
                </a:defRPr>
              </a:defPPr>
              <a:lvl1pPr algn="l">
                <a:defRPr sz="2025" b="1">
                  <a:solidFill>
                    <a:srgbClr val="087F82"/>
                  </a:solidFill>
                  <a:latin typeface="Arial" panose="020B0604020202090204"/>
                  <a:ea typeface="Arial" panose="020B0604020202090204"/>
                  <a:cs typeface="Arial" panose="020B0604020202090204"/>
                </a:defRPr>
              </a:lvl1pPr>
              <a:lvl2pPr algn="l">
                <a:defRPr sz="2025" b="1">
                  <a:solidFill>
                    <a:srgbClr val="087F82"/>
                  </a:solidFill>
                  <a:latin typeface="Arial" panose="020B0604020202090204"/>
                  <a:ea typeface="Arial" panose="020B0604020202090204"/>
                  <a:cs typeface="Arial" panose="020B0604020202090204"/>
                </a:defRPr>
              </a:lvl2pPr>
              <a:lvl3pPr algn="l">
                <a:defRPr sz="2025" b="1">
                  <a:solidFill>
                    <a:srgbClr val="087F82"/>
                  </a:solidFill>
                  <a:latin typeface="Arial" panose="020B0604020202090204"/>
                  <a:ea typeface="Arial" panose="020B0604020202090204"/>
                  <a:cs typeface="Arial" panose="020B0604020202090204"/>
                </a:defRPr>
              </a:lvl3pPr>
              <a:lvl4pPr algn="l">
                <a:defRPr sz="2025" b="1">
                  <a:solidFill>
                    <a:srgbClr val="087F82"/>
                  </a:solidFill>
                  <a:latin typeface="Arial" panose="020B0604020202090204"/>
                  <a:ea typeface="Arial" panose="020B0604020202090204"/>
                  <a:cs typeface="Arial" panose="020B0604020202090204"/>
                </a:defRPr>
              </a:lvl4pPr>
              <a:lvl5pPr algn="l">
                <a:defRPr sz="2025" b="1">
                  <a:solidFill>
                    <a:srgbClr val="087F82"/>
                  </a:solidFill>
                  <a:latin typeface="Arial" panose="020B0604020202090204"/>
                  <a:ea typeface="Arial" panose="020B0604020202090204"/>
                  <a:cs typeface="Arial" panose="020B0604020202090204"/>
                </a:defRPr>
              </a:lvl5pPr>
              <a:lvl6pPr algn="l">
                <a:defRPr sz="2025" b="1">
                  <a:solidFill>
                    <a:srgbClr val="087F82"/>
                  </a:solidFill>
                  <a:latin typeface="Arial" panose="020B0604020202090204"/>
                  <a:ea typeface="Arial" panose="020B0604020202090204"/>
                  <a:cs typeface="Arial" panose="020B0604020202090204"/>
                </a:defRPr>
              </a:lvl6pPr>
              <a:lvl7pPr algn="l">
                <a:defRPr sz="2025" b="1">
                  <a:solidFill>
                    <a:srgbClr val="087F82"/>
                  </a:solidFill>
                  <a:latin typeface="Arial" panose="020B0604020202090204"/>
                  <a:ea typeface="Arial" panose="020B0604020202090204"/>
                  <a:cs typeface="Arial" panose="020B0604020202090204"/>
                </a:defRPr>
              </a:lvl7pPr>
              <a:lvl8pPr algn="l">
                <a:defRPr sz="2025" b="1">
                  <a:solidFill>
                    <a:srgbClr val="087F82"/>
                  </a:solidFill>
                  <a:latin typeface="Arial" panose="020B0604020202090204"/>
                  <a:ea typeface="Arial" panose="020B0604020202090204"/>
                  <a:cs typeface="Arial" panose="020B0604020202090204"/>
                </a:defRPr>
              </a:lvl8pPr>
              <a:lvl9pPr algn="l">
                <a:defRPr sz="2025" b="1">
                  <a:solidFill>
                    <a:srgbClr val="087F82"/>
                  </a:solidFill>
                  <a:latin typeface="Arial" panose="020B0604020202090204"/>
                  <a:ea typeface="Arial" panose="020B0604020202090204"/>
                  <a:cs typeface="Arial" panose="020B0604020202090204"/>
                </a:defRPr>
              </a:lvl9pPr>
            </a:lstStyle>
            <a:p>
              <a:pPr algn="l">
                <a:defRPr sz="2025" b="1">
                  <a:solidFill>
                    <a:srgbClr val="087F82"/>
                  </a:solidFill>
                  <a:latin typeface="Arial" panose="020B0604020202090204"/>
                  <a:ea typeface="Arial" panose="020B0604020202090204"/>
                  <a:cs typeface="Arial" panose="020B0604020202090204"/>
                </a:defRPr>
              </a:pPr>
              <a:r>
                <a:rPr sz="2025" b="1">
                  <a:solidFill>
                    <a:srgbClr val="087F82"/>
                  </a:solidFill>
                  <a:latin typeface="Times New Roman Regular" panose="02020503050405090304" charset="0"/>
                  <a:ea typeface="Arial" panose="020B0604020202090204"/>
                  <a:cs typeface="Times New Roman Regular" panose="02020503050405090304" charset="0"/>
                  <a:hlinkClick r:id="rId7"/>
                </a:rPr>
                <a:t>Hugging Face: planned behavioral interface</a:t>
              </a:r>
              <a:endParaRPr sz="2025" b="1">
                <a:solidFill>
                  <a:srgbClr val="087F82"/>
                </a:solidFill>
                <a:latin typeface="Times New Roman Regular" panose="02020503050405090304" charset="0"/>
                <a:ea typeface="Arial" panose="020B0604020202090204"/>
                <a:cs typeface="Times New Roman Regular" panose="02020503050405090304" charset="0"/>
                <a:hlinkClick r:id="rId7"/>
              </a:endParaRPr>
            </a:p>
          </p:txBody>
        </p:sp>
        <p:sp>
          <p:nvSpPr>
            <p:cNvPr id="134" name="text-118"/>
            <p:cNvSpPr>
              <a:spLocks noGrp="1"/>
            </p:cNvSpPr>
            <p:nvPr/>
          </p:nvSpPr>
          <p:spPr>
            <a:xfrm>
              <a:off x="49650" y="46020"/>
              <a:ext cx="16258" cy="780"/>
            </a:xfrm>
            <a:prstGeom prst="rect">
              <a:avLst/>
            </a:prstGeom>
            <a:noFill/>
            <a:ln>
              <a:noFill/>
            </a:ln>
          </p:spPr>
          <p:txBody>
            <a:bodyPr wrap="square" lIns="0" tIns="0" rIns="0" bIns="0" anchor="t">
              <a:noAutofit/>
            </a:bodyPr>
            <a:lstStyle>
              <a:defPPr algn="l">
                <a:defRPr sz="1800" b="0">
                  <a:solidFill>
                    <a:srgbClr val="172C43"/>
                  </a:solidFill>
                  <a:latin typeface="Arial" panose="020B0604020202090204"/>
                  <a:ea typeface="Arial" panose="020B0604020202090204"/>
                  <a:cs typeface="Arial" panose="020B0604020202090204"/>
                </a:defRPr>
              </a:defPPr>
              <a:lvl1pPr algn="l">
                <a:defRPr sz="1800" b="0">
                  <a:solidFill>
                    <a:srgbClr val="172C43"/>
                  </a:solidFill>
                  <a:latin typeface="Arial" panose="020B0604020202090204"/>
                  <a:ea typeface="Arial" panose="020B0604020202090204"/>
                  <a:cs typeface="Arial" panose="020B0604020202090204"/>
                </a:defRPr>
              </a:lvl1pPr>
              <a:lvl2pPr algn="l">
                <a:defRPr sz="1800" b="0">
                  <a:solidFill>
                    <a:srgbClr val="172C43"/>
                  </a:solidFill>
                  <a:latin typeface="Arial" panose="020B0604020202090204"/>
                  <a:ea typeface="Arial" panose="020B0604020202090204"/>
                  <a:cs typeface="Arial" panose="020B0604020202090204"/>
                </a:defRPr>
              </a:lvl2pPr>
              <a:lvl3pPr algn="l">
                <a:defRPr sz="1800" b="0">
                  <a:solidFill>
                    <a:srgbClr val="172C43"/>
                  </a:solidFill>
                  <a:latin typeface="Arial" panose="020B0604020202090204"/>
                  <a:ea typeface="Arial" panose="020B0604020202090204"/>
                  <a:cs typeface="Arial" panose="020B0604020202090204"/>
                </a:defRPr>
              </a:lvl3pPr>
              <a:lvl4pPr algn="l">
                <a:defRPr sz="1800" b="0">
                  <a:solidFill>
                    <a:srgbClr val="172C43"/>
                  </a:solidFill>
                  <a:latin typeface="Arial" panose="020B0604020202090204"/>
                  <a:ea typeface="Arial" panose="020B0604020202090204"/>
                  <a:cs typeface="Arial" panose="020B0604020202090204"/>
                </a:defRPr>
              </a:lvl4pPr>
              <a:lvl5pPr algn="l">
                <a:defRPr sz="1800" b="0">
                  <a:solidFill>
                    <a:srgbClr val="172C43"/>
                  </a:solidFill>
                  <a:latin typeface="Arial" panose="020B0604020202090204"/>
                  <a:ea typeface="Arial" panose="020B0604020202090204"/>
                  <a:cs typeface="Arial" panose="020B0604020202090204"/>
                </a:defRPr>
              </a:lvl5pPr>
              <a:lvl6pPr algn="l">
                <a:defRPr sz="1800" b="0">
                  <a:solidFill>
                    <a:srgbClr val="172C43"/>
                  </a:solidFill>
                  <a:latin typeface="Arial" panose="020B0604020202090204"/>
                  <a:ea typeface="Arial" panose="020B0604020202090204"/>
                  <a:cs typeface="Arial" panose="020B0604020202090204"/>
                </a:defRPr>
              </a:lvl6pPr>
              <a:lvl7pPr algn="l">
                <a:defRPr sz="1800" b="0">
                  <a:solidFill>
                    <a:srgbClr val="172C43"/>
                  </a:solidFill>
                  <a:latin typeface="Arial" panose="020B0604020202090204"/>
                  <a:ea typeface="Arial" panose="020B0604020202090204"/>
                  <a:cs typeface="Arial" panose="020B0604020202090204"/>
                </a:defRPr>
              </a:lvl7pPr>
              <a:lvl8pPr algn="l">
                <a:defRPr sz="1800" b="0">
                  <a:solidFill>
                    <a:srgbClr val="172C43"/>
                  </a:solidFill>
                  <a:latin typeface="Arial" panose="020B0604020202090204"/>
                  <a:ea typeface="Arial" panose="020B0604020202090204"/>
                  <a:cs typeface="Arial" panose="020B0604020202090204"/>
                </a:defRPr>
              </a:lvl8pPr>
              <a:lvl9pPr algn="l">
                <a:defRPr sz="1800" b="0">
                  <a:solidFill>
                    <a:srgbClr val="172C43"/>
                  </a:solidFill>
                  <a:latin typeface="Arial" panose="020B0604020202090204"/>
                  <a:ea typeface="Arial" panose="020B0604020202090204"/>
                  <a:cs typeface="Arial" panose="020B0604020202090204"/>
                </a:defRPr>
              </a:lvl9pPr>
            </a:lstStyle>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7"/>
                </a:rPr>
                <a:t>huggingface.co/spaces/dku-comsci-econ206-2026/</a:t>
              </a:r>
              <a:endParaRPr sz="1800" b="0">
                <a:solidFill>
                  <a:srgbClr val="172C43"/>
                </a:solidFill>
                <a:latin typeface="Times New Roman Regular" panose="02020503050405090304" charset="0"/>
                <a:ea typeface="Arial" panose="020B0604020202090204"/>
                <a:cs typeface="Times New Roman Regular" panose="02020503050405090304" charset="0"/>
              </a:endParaRPr>
            </a:p>
            <a:p>
              <a:pPr algn="l">
                <a:defRPr sz="1800" b="0">
                  <a:solidFill>
                    <a:srgbClr val="172C43"/>
                  </a:solidFill>
                  <a:latin typeface="Arial" panose="020B0604020202090204"/>
                  <a:ea typeface="Arial" panose="020B0604020202090204"/>
                  <a:cs typeface="Arial" panose="020B0604020202090204"/>
                </a:defRPr>
              </a:pPr>
              <a:r>
                <a:rPr sz="1800" b="0">
                  <a:solidFill>
                    <a:srgbClr val="172C43"/>
                  </a:solidFill>
                  <a:latin typeface="Times New Roman Regular" panose="02020503050405090304" charset="0"/>
                  <a:ea typeface="Arial" panose="020B0604020202090204"/>
                  <a:cs typeface="Times New Roman Regular" panose="02020503050405090304" charset="0"/>
                  <a:hlinkClick r:id="rId7"/>
                </a:rPr>
                <a:t>Final_Zhenning_Qianshuo_PM_Bid</a:t>
              </a:r>
              <a:endParaRPr sz="1800" b="0">
                <a:solidFill>
                  <a:srgbClr val="172C43"/>
                </a:solidFill>
                <a:latin typeface="Times New Roman Regular" panose="02020503050405090304" charset="0"/>
                <a:ea typeface="Arial" panose="020B0604020202090204"/>
                <a:cs typeface="Times New Roman Regular" panose="02020503050405090304" charset="0"/>
                <a:hlinkClick r:id="rId7"/>
              </a:endParaRPr>
            </a:p>
          </p:txBody>
        </p:sp>
        <p:sp>
          <p:nvSpPr>
            <p:cNvPr id="135" name="panel-119"/>
            <p:cNvSpPr>
              <a:spLocks noGrp="1"/>
            </p:cNvSpPr>
            <p:nvPr/>
          </p:nvSpPr>
          <p:spPr>
            <a:xfrm>
              <a:off x="1500" y="47025"/>
              <a:ext cx="64408" cy="45"/>
            </a:xfrm>
            <a:prstGeom prst="rect">
              <a:avLst/>
            </a:prstGeom>
            <a:solidFill>
              <a:srgbClr val="087F82"/>
            </a:solidFill>
            <a:ln w="14288">
              <a:noFill/>
            </a:ln>
          </p:spPr>
        </p:sp>
        <p:sp>
          <p:nvSpPr>
            <p:cNvPr id="136" name="text-120"/>
            <p:cNvSpPr>
              <a:spLocks noGrp="1"/>
            </p:cNvSpPr>
            <p:nvPr/>
          </p:nvSpPr>
          <p:spPr>
            <a:xfrm>
              <a:off x="1500" y="47250"/>
              <a:ext cx="64408" cy="420"/>
            </a:xfrm>
            <a:prstGeom prst="rect">
              <a:avLst/>
            </a:prstGeom>
            <a:noFill/>
            <a:ln>
              <a:noFill/>
            </a:ln>
          </p:spPr>
          <p:txBody>
            <a:bodyPr wrap="square" lIns="0" tIns="0" rIns="0" bIns="0" anchor="t">
              <a:noAutofit/>
            </a:bodyPr>
            <a:lstStyle>
              <a:defPPr algn="l">
                <a:defRPr sz="1575" b="0">
                  <a:solidFill>
                    <a:srgbClr val="526272"/>
                  </a:solidFill>
                  <a:latin typeface="Arial" panose="020B0604020202090204"/>
                  <a:ea typeface="Arial" panose="020B0604020202090204"/>
                  <a:cs typeface="Arial" panose="020B0604020202090204"/>
                </a:defRPr>
              </a:defPPr>
              <a:lvl1pPr algn="l">
                <a:defRPr sz="1575" b="0">
                  <a:solidFill>
                    <a:srgbClr val="526272"/>
                  </a:solidFill>
                  <a:latin typeface="Arial" panose="020B0604020202090204"/>
                  <a:ea typeface="Arial" panose="020B0604020202090204"/>
                  <a:cs typeface="Arial" panose="020B0604020202090204"/>
                </a:defRPr>
              </a:lvl1pPr>
              <a:lvl2pPr algn="l">
                <a:defRPr sz="1575" b="0">
                  <a:solidFill>
                    <a:srgbClr val="526272"/>
                  </a:solidFill>
                  <a:latin typeface="Arial" panose="020B0604020202090204"/>
                  <a:ea typeface="Arial" panose="020B0604020202090204"/>
                  <a:cs typeface="Arial" panose="020B0604020202090204"/>
                </a:defRPr>
              </a:lvl2pPr>
              <a:lvl3pPr algn="l">
                <a:defRPr sz="1575" b="0">
                  <a:solidFill>
                    <a:srgbClr val="526272"/>
                  </a:solidFill>
                  <a:latin typeface="Arial" panose="020B0604020202090204"/>
                  <a:ea typeface="Arial" panose="020B0604020202090204"/>
                  <a:cs typeface="Arial" panose="020B0604020202090204"/>
                </a:defRPr>
              </a:lvl3pPr>
              <a:lvl4pPr algn="l">
                <a:defRPr sz="1575" b="0">
                  <a:solidFill>
                    <a:srgbClr val="526272"/>
                  </a:solidFill>
                  <a:latin typeface="Arial" panose="020B0604020202090204"/>
                  <a:ea typeface="Arial" panose="020B0604020202090204"/>
                  <a:cs typeface="Arial" panose="020B0604020202090204"/>
                </a:defRPr>
              </a:lvl4pPr>
              <a:lvl5pPr algn="l">
                <a:defRPr sz="1575" b="0">
                  <a:solidFill>
                    <a:srgbClr val="526272"/>
                  </a:solidFill>
                  <a:latin typeface="Arial" panose="020B0604020202090204"/>
                  <a:ea typeface="Arial" panose="020B0604020202090204"/>
                  <a:cs typeface="Arial" panose="020B0604020202090204"/>
                </a:defRPr>
              </a:lvl5pPr>
              <a:lvl6pPr algn="l">
                <a:defRPr sz="1575" b="0">
                  <a:solidFill>
                    <a:srgbClr val="526272"/>
                  </a:solidFill>
                  <a:latin typeface="Arial" panose="020B0604020202090204"/>
                  <a:ea typeface="Arial" panose="020B0604020202090204"/>
                  <a:cs typeface="Arial" panose="020B0604020202090204"/>
                </a:defRPr>
              </a:lvl6pPr>
              <a:lvl7pPr algn="l">
                <a:defRPr sz="1575" b="0">
                  <a:solidFill>
                    <a:srgbClr val="526272"/>
                  </a:solidFill>
                  <a:latin typeface="Arial" panose="020B0604020202090204"/>
                  <a:ea typeface="Arial" panose="020B0604020202090204"/>
                  <a:cs typeface="Arial" panose="020B0604020202090204"/>
                </a:defRPr>
              </a:lvl7pPr>
              <a:lvl8pPr algn="l">
                <a:defRPr sz="1575" b="0">
                  <a:solidFill>
                    <a:srgbClr val="526272"/>
                  </a:solidFill>
                  <a:latin typeface="Arial" panose="020B0604020202090204"/>
                  <a:ea typeface="Arial" panose="020B0604020202090204"/>
                  <a:cs typeface="Arial" panose="020B0604020202090204"/>
                </a:defRPr>
              </a:lvl8pPr>
              <a:lvl9pPr algn="l">
                <a:defRPr sz="1575" b="0">
                  <a:solidFill>
                    <a:srgbClr val="526272"/>
                  </a:solidFill>
                  <a:latin typeface="Arial" panose="020B0604020202090204"/>
                  <a:ea typeface="Arial" panose="020B0604020202090204"/>
                  <a:cs typeface="Arial" panose="020B0604020202090204"/>
                </a:defRPr>
              </a:lvl9pPr>
            </a:lstStyle>
            <a:p>
              <a:pPr algn="l">
                <a:defRPr sz="1575" b="0">
                  <a:solidFill>
                    <a:srgbClr val="526272"/>
                  </a:solidFill>
                  <a:latin typeface="Arial" panose="020B0604020202090204"/>
                  <a:ea typeface="Arial" panose="020B0604020202090204"/>
                  <a:cs typeface="Arial" panose="020B0604020202090204"/>
                </a:defRPr>
              </a:pPr>
              <a:r>
                <a:rPr sz="1575" b="0">
                  <a:solidFill>
                    <a:srgbClr val="526272"/>
                  </a:solidFill>
                  <a:latin typeface="Times New Roman Regular" panose="02020503050405090304" charset="0"/>
                  <a:ea typeface="Arial" panose="020B0604020202090204"/>
                  <a:cs typeface="Times New Roman Regular" panose="02020503050405090304" charset="0"/>
                </a:rPr>
                <a:t>SDG icons: United Nations, https://www.un.org/sustainabledevelopment. The content of this publication has not been approved by the United Nations and does not reflect the views of the United Nations or its officials or Member States.</a:t>
              </a:r>
              <a:endParaRPr sz="1575" b="0">
                <a:solidFill>
                  <a:srgbClr val="526272"/>
                </a:solidFill>
                <a:latin typeface="Times New Roman Regular" panose="02020503050405090304" charset="0"/>
                <a:ea typeface="Arial" panose="020B0604020202090204"/>
                <a:cs typeface="Times New Roman Regular" panose="02020503050405090304" charset="0"/>
              </a:endParaRPr>
            </a:p>
          </p:txBody>
        </p:sp>
      </p:gr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5535</Words>
  <Application>WPS 表格</Application>
  <PresentationFormat>Converted Presentation</PresentationFormat>
  <Paragraphs>224</Paragraphs>
  <Slides>1</Slides>
  <Notes>0</Notes>
  <HiddenSlides>0</HiddenSlides>
  <MMClips>0</MMClips>
  <ScaleCrop>false</ScaleCrop>
  <HeadingPairs>
    <vt:vector size="6" baseType="variant">
      <vt:variant>
        <vt:lpstr>已用的字体</vt:lpstr>
      </vt:variant>
      <vt:variant>
        <vt:i4>21</vt:i4>
      </vt:variant>
      <vt:variant>
        <vt:lpstr>主题</vt:lpstr>
      </vt:variant>
      <vt:variant>
        <vt:i4>1</vt:i4>
      </vt:variant>
      <vt:variant>
        <vt:lpstr>幻灯片标题</vt:lpstr>
      </vt:variant>
      <vt:variant>
        <vt:i4>1</vt:i4>
      </vt:variant>
    </vt:vector>
  </HeadingPairs>
  <TitlesOfParts>
    <vt:vector size="23" baseType="lpstr">
      <vt:lpstr>Arial</vt:lpstr>
      <vt:lpstr>宋体</vt:lpstr>
      <vt:lpstr>Wingdings</vt:lpstr>
      <vt:lpstr>Arial</vt:lpstr>
      <vt:lpstr>Times New Roman</vt:lpstr>
      <vt:lpstr>MS PGothic</vt:lpstr>
      <vt:lpstr>Arial Unicode MS</vt:lpstr>
      <vt:lpstr>Arial Regular</vt:lpstr>
      <vt:lpstr>微软雅黑</vt:lpstr>
      <vt:lpstr>方正雅意黑 GB18030L2</vt:lpstr>
      <vt:lpstr>宋体</vt:lpstr>
      <vt:lpstr>Aptos</vt:lpstr>
      <vt:lpstr>Helvetica Neue</vt:lpstr>
      <vt:lpstr>汉仪书宋二KW</vt:lpstr>
      <vt:lpstr>Calibri</vt:lpstr>
      <vt:lpstr>Times New Roman</vt:lpstr>
      <vt:lpstr>Helvetica Neue Regular</vt:lpstr>
      <vt:lpstr>Times New Roman Regular</vt:lpstr>
      <vt:lpstr>Waseem Regular</vt:lpstr>
      <vt:lpstr>PingFang SC</vt:lpstr>
      <vt:lpstr>PingFang SC Regular</vt:lpstr>
      <vt:lpstr>ChatGPT</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Aaron Wang</cp:lastModifiedBy>
  <cp:revision>3</cp:revision>
  <dcterms:created xsi:type="dcterms:W3CDTF">2026-10-20T08:04:02Z</dcterms:created>
  <dcterms:modified xsi:type="dcterms:W3CDTF">2026-10-20T08:04:02Z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237588675534BF82671CD76A814435A6_42</vt:lpwstr>
  </property>
  <property fmtid="{D5CDD505-2E9C-101B-9397-08002B2CF9AE}" pid="3" name="KSOProductBuildVer">
    <vt:lpwstr>2052-12.1.28492.28492</vt:lpwstr>
  </property>
</Properties>
</file>